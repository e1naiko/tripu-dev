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y="6858000" cx="9144000"/>
  <p:notesSz cx="6858000" cy="9144000"/>
  <p:embeddedFontLst>
    <p:embeddedFont>
      <p:font typeface="Architects Daughter"/>
      <p:regular r:id="rId35"/>
    </p:embeddedFont>
    <p:embeddedFont>
      <p:font typeface="Montserrat"/>
      <p:regular r:id="rId36"/>
      <p:bold r:id="rId37"/>
      <p:italic r:id="rId38"/>
      <p:boldItalic r:id="rId39"/>
    </p:embeddedFont>
    <p:embeddedFont>
      <p:font typeface="Tahoma"/>
      <p:regular r:id="rId40"/>
      <p:bold r:id="rId41"/>
    </p:embeddedFont>
    <p:embeddedFont>
      <p:font typeface="Montserrat Light"/>
      <p:regular r:id="rId42"/>
      <p:bold r:id="rId43"/>
      <p:italic r:id="rId44"/>
      <p:boldItalic r:id="rId45"/>
    </p:embeddedFont>
    <p:embeddedFont>
      <p:font typeface="Century Schoolbook"/>
      <p:regular r:id="rId46"/>
      <p:bold r:id="rId47"/>
      <p:italic r:id="rId48"/>
      <p:boldItalic r:id="rId49"/>
    </p:embeddedFont>
    <p:embeddedFont>
      <p:font typeface="Montserrat ExtraBold"/>
      <p:bold r:id="rId50"/>
      <p:boldItalic r:id="rId5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52" roundtripDataSignature="AMtx7mg6xbfRg9aVOMeQyuaZJFP5BFDiJ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E078A88-3A0E-4DBB-A465-140102817D6C}">
  <a:tblStyle styleId="{7E078A88-3A0E-4DBB-A465-140102817D6C}" styleName="Table_0">
    <a:wholeTbl>
      <a:tcTxStyle b="off" i="off">
        <a:font>
          <a:latin typeface="Century Schoolbook"/>
          <a:ea typeface="Century Schoolbook"/>
          <a:cs typeface="Century Schoolbook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EDE7"/>
          </a:solidFill>
        </a:fill>
      </a:tcStyle>
    </a:wholeTbl>
    <a:band1H>
      <a:tcTxStyle b="off" i="off"/>
      <a:tcStyle>
        <a:fill>
          <a:solidFill>
            <a:srgbClr val="FFD8CC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FFD8CC"/>
          </a:solidFill>
        </a:fill>
      </a:tcStyle>
    </a:band1V>
    <a:band2V>
      <a:tcTxStyle b="off" i="off"/>
    </a:band2V>
    <a:lastCol>
      <a:tcTxStyle b="on" i="off">
        <a:font>
          <a:latin typeface="Century Schoolbook"/>
          <a:ea typeface="Century Schoolbook"/>
          <a:cs typeface="Century Schoolbook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entury Schoolbook"/>
          <a:ea typeface="Century Schoolbook"/>
          <a:cs typeface="Century Schoolbook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entury Schoolbook"/>
          <a:ea typeface="Century Schoolbook"/>
          <a:cs typeface="Century Schoolbook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entury Schoolbook"/>
          <a:ea typeface="Century Schoolbook"/>
          <a:cs typeface="Century Schoolbook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Tahoma-regular.fntdata"/><Relationship Id="rId42" Type="http://schemas.openxmlformats.org/officeDocument/2006/relationships/font" Target="fonts/MontserratLight-regular.fntdata"/><Relationship Id="rId41" Type="http://schemas.openxmlformats.org/officeDocument/2006/relationships/font" Target="fonts/Tahoma-bold.fntdata"/><Relationship Id="rId44" Type="http://schemas.openxmlformats.org/officeDocument/2006/relationships/font" Target="fonts/MontserratLight-italic.fntdata"/><Relationship Id="rId43" Type="http://schemas.openxmlformats.org/officeDocument/2006/relationships/font" Target="fonts/MontserratLight-bold.fntdata"/><Relationship Id="rId46" Type="http://schemas.openxmlformats.org/officeDocument/2006/relationships/font" Target="fonts/CenturySchoolbook-regular.fntdata"/><Relationship Id="rId45" Type="http://schemas.openxmlformats.org/officeDocument/2006/relationships/font" Target="fonts/MontserratLight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CenturySchoolbook-italic.fntdata"/><Relationship Id="rId47" Type="http://schemas.openxmlformats.org/officeDocument/2006/relationships/font" Target="fonts/CenturySchoolbook-bold.fntdata"/><Relationship Id="rId49" Type="http://schemas.openxmlformats.org/officeDocument/2006/relationships/font" Target="fonts/CenturySchoolbook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font" Target="fonts/ArchitectsDaughter-regular.fntdata"/><Relationship Id="rId34" Type="http://schemas.openxmlformats.org/officeDocument/2006/relationships/slide" Target="slides/slide28.xml"/><Relationship Id="rId37" Type="http://schemas.openxmlformats.org/officeDocument/2006/relationships/font" Target="fonts/Montserrat-bold.fntdata"/><Relationship Id="rId36" Type="http://schemas.openxmlformats.org/officeDocument/2006/relationships/font" Target="fonts/Montserrat-regular.fntdata"/><Relationship Id="rId39" Type="http://schemas.openxmlformats.org/officeDocument/2006/relationships/font" Target="fonts/Montserrat-boldItalic.fntdata"/><Relationship Id="rId38" Type="http://schemas.openxmlformats.org/officeDocument/2006/relationships/font" Target="fonts/Montserrat-italic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MontserratExtraBold-boldItalic.fntdata"/><Relationship Id="rId50" Type="http://schemas.openxmlformats.org/officeDocument/2006/relationships/font" Target="fonts/MontserratExtraBold-bold.fntdata"/><Relationship Id="rId52" Type="http://customschemas.google.com/relationships/presentationmetadata" Target="meta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E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09" name="Google Shape;709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15" name="Google Shape;715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21" name="Google Shape;721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44" name="Google Shape;744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5:notes"/>
          <p:cNvSpPr/>
          <p:nvPr>
            <p:ph idx="2" type="sldImg"/>
          </p:nvPr>
        </p:nvSpPr>
        <p:spPr>
          <a:xfrm>
            <a:off x="1152525" y="692150"/>
            <a:ext cx="4552950" cy="34147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0" name="Google Shape;760;p5:notes"/>
          <p:cNvSpPr txBox="1"/>
          <p:nvPr>
            <p:ph idx="1" type="body"/>
          </p:nvPr>
        </p:nvSpPr>
        <p:spPr>
          <a:xfrm>
            <a:off x="912813" y="4341813"/>
            <a:ext cx="5032375" cy="4116387"/>
          </a:xfrm>
          <a:prstGeom prst="rect">
            <a:avLst/>
          </a:prstGeom>
          <a:noFill/>
          <a:ln>
            <a:noFill/>
          </a:ln>
        </p:spPr>
        <p:txBody>
          <a:bodyPr anchorCtr="0" anchor="t" bIns="46825" lIns="93650" spcFirstLastPara="1" rIns="93650" wrap="square" tIns="468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6:notes"/>
          <p:cNvSpPr/>
          <p:nvPr>
            <p:ph idx="2" type="sldImg"/>
          </p:nvPr>
        </p:nvSpPr>
        <p:spPr>
          <a:xfrm>
            <a:off x="1152525" y="692150"/>
            <a:ext cx="4552950" cy="34147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6" name="Google Shape;766;p6:notes"/>
          <p:cNvSpPr txBox="1"/>
          <p:nvPr>
            <p:ph idx="1" type="body"/>
          </p:nvPr>
        </p:nvSpPr>
        <p:spPr>
          <a:xfrm>
            <a:off x="912813" y="4341813"/>
            <a:ext cx="5032375" cy="4116387"/>
          </a:xfrm>
          <a:prstGeom prst="rect">
            <a:avLst/>
          </a:prstGeom>
          <a:noFill/>
          <a:ln>
            <a:noFill/>
          </a:ln>
        </p:spPr>
        <p:txBody>
          <a:bodyPr anchorCtr="0" anchor="t" bIns="46825" lIns="93650" spcFirstLastPara="1" rIns="93650" wrap="square" tIns="468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7:notes"/>
          <p:cNvSpPr/>
          <p:nvPr>
            <p:ph idx="2" type="sldImg"/>
          </p:nvPr>
        </p:nvSpPr>
        <p:spPr>
          <a:xfrm>
            <a:off x="1152525" y="692150"/>
            <a:ext cx="4552950" cy="34147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3" name="Google Shape;773;p7:notes"/>
          <p:cNvSpPr txBox="1"/>
          <p:nvPr>
            <p:ph idx="1" type="body"/>
          </p:nvPr>
        </p:nvSpPr>
        <p:spPr>
          <a:xfrm>
            <a:off x="912813" y="4341813"/>
            <a:ext cx="5032375" cy="4116387"/>
          </a:xfrm>
          <a:prstGeom prst="rect">
            <a:avLst/>
          </a:prstGeom>
          <a:noFill/>
          <a:ln>
            <a:noFill/>
          </a:ln>
        </p:spPr>
        <p:txBody>
          <a:bodyPr anchorCtr="0" anchor="t" bIns="46825" lIns="93650" spcFirstLastPara="1" rIns="93650" wrap="square" tIns="468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8:notes"/>
          <p:cNvSpPr/>
          <p:nvPr>
            <p:ph idx="2" type="sldImg"/>
          </p:nvPr>
        </p:nvSpPr>
        <p:spPr>
          <a:xfrm>
            <a:off x="1152525" y="692150"/>
            <a:ext cx="4552950" cy="34147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0" name="Google Shape;780;p8:notes"/>
          <p:cNvSpPr txBox="1"/>
          <p:nvPr>
            <p:ph idx="1" type="body"/>
          </p:nvPr>
        </p:nvSpPr>
        <p:spPr>
          <a:xfrm>
            <a:off x="912813" y="4341813"/>
            <a:ext cx="5032375" cy="4116387"/>
          </a:xfrm>
          <a:prstGeom prst="rect">
            <a:avLst/>
          </a:prstGeom>
          <a:noFill/>
          <a:ln>
            <a:noFill/>
          </a:ln>
        </p:spPr>
        <p:txBody>
          <a:bodyPr anchorCtr="0" anchor="t" bIns="46825" lIns="93650" spcFirstLastPara="1" rIns="93650" wrap="square" tIns="468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9:notes"/>
          <p:cNvSpPr/>
          <p:nvPr>
            <p:ph idx="2" type="sldImg"/>
          </p:nvPr>
        </p:nvSpPr>
        <p:spPr>
          <a:xfrm>
            <a:off x="1152525" y="692150"/>
            <a:ext cx="4552950" cy="34147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7" name="Google Shape;807;p9:notes"/>
          <p:cNvSpPr txBox="1"/>
          <p:nvPr>
            <p:ph idx="1" type="body"/>
          </p:nvPr>
        </p:nvSpPr>
        <p:spPr>
          <a:xfrm>
            <a:off x="912813" y="4341813"/>
            <a:ext cx="5032375" cy="4116387"/>
          </a:xfrm>
          <a:prstGeom prst="rect">
            <a:avLst/>
          </a:prstGeom>
          <a:noFill/>
          <a:ln>
            <a:noFill/>
          </a:ln>
        </p:spPr>
        <p:txBody>
          <a:bodyPr anchorCtr="0" anchor="t" bIns="46825" lIns="93650" spcFirstLastPara="1" rIns="93650" wrap="square" tIns="468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18" name="Google Shape;818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p1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26" name="Google Shape;826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1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34" name="Google Shape;834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1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42" name="Google Shape;842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g1f2d34dc18b_0_18:notes"/>
          <p:cNvSpPr/>
          <p:nvPr>
            <p:ph idx="2" type="sldImg"/>
          </p:nvPr>
        </p:nvSpPr>
        <p:spPr>
          <a:xfrm>
            <a:off x="1152525" y="692150"/>
            <a:ext cx="4553100" cy="341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9" name="Google Shape;879;g1f2d34dc18b_0_18:notes"/>
          <p:cNvSpPr txBox="1"/>
          <p:nvPr>
            <p:ph idx="1" type="body"/>
          </p:nvPr>
        </p:nvSpPr>
        <p:spPr>
          <a:xfrm>
            <a:off x="912813" y="4341813"/>
            <a:ext cx="5032500" cy="41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25" lIns="93650" spcFirstLastPara="1" rIns="93650" wrap="square" tIns="468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g1f2d34dc18b_0_5:notes"/>
          <p:cNvSpPr/>
          <p:nvPr>
            <p:ph idx="2" type="sldImg"/>
          </p:nvPr>
        </p:nvSpPr>
        <p:spPr>
          <a:xfrm>
            <a:off x="1152525" y="692150"/>
            <a:ext cx="4553100" cy="341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7" name="Google Shape;887;g1f2d34dc18b_0_5:notes"/>
          <p:cNvSpPr txBox="1"/>
          <p:nvPr>
            <p:ph idx="1" type="body"/>
          </p:nvPr>
        </p:nvSpPr>
        <p:spPr>
          <a:xfrm>
            <a:off x="912813" y="4341813"/>
            <a:ext cx="5032500" cy="41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25" lIns="93650" spcFirstLastPara="1" rIns="93650" wrap="square" tIns="468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g1f2d34dc18b_0_30:notes"/>
          <p:cNvSpPr/>
          <p:nvPr>
            <p:ph idx="2" type="sldImg"/>
          </p:nvPr>
        </p:nvSpPr>
        <p:spPr>
          <a:xfrm>
            <a:off x="1152525" y="692150"/>
            <a:ext cx="4553100" cy="341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3" name="Google Shape;893;g1f2d34dc18b_0_30:notes"/>
          <p:cNvSpPr txBox="1"/>
          <p:nvPr>
            <p:ph idx="1" type="body"/>
          </p:nvPr>
        </p:nvSpPr>
        <p:spPr>
          <a:xfrm>
            <a:off x="912813" y="4341813"/>
            <a:ext cx="5032500" cy="41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25" lIns="93650" spcFirstLastPara="1" rIns="93650" wrap="square" tIns="468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g1f2d34dc18b_0_40:notes"/>
          <p:cNvSpPr/>
          <p:nvPr>
            <p:ph idx="2" type="sldImg"/>
          </p:nvPr>
        </p:nvSpPr>
        <p:spPr>
          <a:xfrm>
            <a:off x="1152525" y="692150"/>
            <a:ext cx="4553100" cy="341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3" name="Google Shape;903;g1f2d34dc18b_0_40:notes"/>
          <p:cNvSpPr txBox="1"/>
          <p:nvPr>
            <p:ph idx="1" type="body"/>
          </p:nvPr>
        </p:nvSpPr>
        <p:spPr>
          <a:xfrm>
            <a:off x="912813" y="4341813"/>
            <a:ext cx="5032500" cy="41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25" lIns="93650" spcFirstLastPara="1" rIns="93650" wrap="square" tIns="468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g1f2e8b50611_0_0:notes"/>
          <p:cNvSpPr/>
          <p:nvPr>
            <p:ph idx="2" type="sldImg"/>
          </p:nvPr>
        </p:nvSpPr>
        <p:spPr>
          <a:xfrm>
            <a:off x="1152525" y="692150"/>
            <a:ext cx="4553100" cy="341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9" name="Google Shape;909;g1f2e8b50611_0_0:notes"/>
          <p:cNvSpPr txBox="1"/>
          <p:nvPr>
            <p:ph idx="1" type="body"/>
          </p:nvPr>
        </p:nvSpPr>
        <p:spPr>
          <a:xfrm>
            <a:off x="912813" y="4341813"/>
            <a:ext cx="5032500" cy="41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25" lIns="93650" spcFirstLastPara="1" rIns="93650" wrap="square" tIns="468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p1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17" name="Google Shape;917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p1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24" name="Google Shape;924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p1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2" name="Google Shape;952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p1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9" name="Google Shape;959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3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p1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85" name="Google Shape;985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0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p1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92" name="Google Shape;992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2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Google Shape;1013;p2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4" name="Google Shape;1014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9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p2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21" name="Google Shape;1021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6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p2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28" name="Google Shape;1028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3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p2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35" name="Google Shape;1035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bg>
      <p:bgPr>
        <a:solidFill>
          <a:srgbClr val="F64646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oogle Shape;14;p25"/>
          <p:cNvGrpSpPr/>
          <p:nvPr/>
        </p:nvGrpSpPr>
        <p:grpSpPr>
          <a:xfrm>
            <a:off x="-6" y="-15"/>
            <a:ext cx="2429759" cy="2145665"/>
            <a:chOff x="608719" y="-11"/>
            <a:chExt cx="2429759" cy="1609289"/>
          </a:xfrm>
        </p:grpSpPr>
        <p:sp>
          <p:nvSpPr>
            <p:cNvPr id="15" name="Google Shape;15;p25"/>
            <p:cNvSpPr/>
            <p:nvPr/>
          </p:nvSpPr>
          <p:spPr>
            <a:xfrm>
              <a:off x="608719" y="322534"/>
              <a:ext cx="606220" cy="643388"/>
            </a:xfrm>
            <a:custGeom>
              <a:rect b="b" l="l" r="r" t="t"/>
              <a:pathLst>
                <a:path extrusionOk="0" h="20037" w="20372">
                  <a:moveTo>
                    <a:pt x="1" y="1"/>
                  </a:moveTo>
                  <a:lnTo>
                    <a:pt x="1" y="20037"/>
                  </a:lnTo>
                  <a:lnTo>
                    <a:pt x="20372" y="999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>
                <a:alpha val="509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25"/>
            <p:cNvSpPr/>
            <p:nvPr/>
          </p:nvSpPr>
          <p:spPr>
            <a:xfrm>
              <a:off x="608719" y="965890"/>
              <a:ext cx="606220" cy="643388"/>
            </a:xfrm>
            <a:custGeom>
              <a:rect b="b" l="l" r="r" t="t"/>
              <a:pathLst>
                <a:path extrusionOk="0" h="20037" w="20372">
                  <a:moveTo>
                    <a:pt x="1" y="1"/>
                  </a:moveTo>
                  <a:lnTo>
                    <a:pt x="1" y="20037"/>
                  </a:lnTo>
                  <a:lnTo>
                    <a:pt x="20372" y="999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A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25"/>
            <p:cNvSpPr/>
            <p:nvPr/>
          </p:nvSpPr>
          <p:spPr>
            <a:xfrm>
              <a:off x="1822766" y="322534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0" y="1"/>
                  </a:moveTo>
                  <a:lnTo>
                    <a:pt x="0" y="20037"/>
                  </a:lnTo>
                  <a:lnTo>
                    <a:pt x="20427" y="999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A400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p25"/>
            <p:cNvSpPr/>
            <p:nvPr/>
          </p:nvSpPr>
          <p:spPr>
            <a:xfrm>
              <a:off x="1822766" y="965890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0" y="1"/>
                  </a:moveTo>
                  <a:lnTo>
                    <a:pt x="0" y="20037"/>
                  </a:lnTo>
                  <a:lnTo>
                    <a:pt x="20427" y="9991"/>
                  </a:lnTo>
                  <a:lnTo>
                    <a:pt x="0" y="1"/>
                  </a:lnTo>
                  <a:close/>
                </a:path>
              </a:pathLst>
            </a:custGeom>
            <a:noFill/>
            <a:ln cap="flat" cmpd="sng" w="9525">
              <a:solidFill>
                <a:srgbClr val="EA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25"/>
            <p:cNvSpPr/>
            <p:nvPr/>
          </p:nvSpPr>
          <p:spPr>
            <a:xfrm>
              <a:off x="1214909" y="-11"/>
              <a:ext cx="607886" cy="643356"/>
            </a:xfrm>
            <a:custGeom>
              <a:rect b="b" l="l" r="r" t="t"/>
              <a:pathLst>
                <a:path extrusionOk="0" h="20036" w="20428">
                  <a:moveTo>
                    <a:pt x="1" y="0"/>
                  </a:moveTo>
                  <a:lnTo>
                    <a:pt x="1" y="20036"/>
                  </a:lnTo>
                  <a:lnTo>
                    <a:pt x="20427" y="1004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25"/>
            <p:cNvSpPr/>
            <p:nvPr/>
          </p:nvSpPr>
          <p:spPr>
            <a:xfrm>
              <a:off x="1822766" y="-11"/>
              <a:ext cx="607856" cy="322577"/>
            </a:xfrm>
            <a:custGeom>
              <a:rect b="b" l="l" r="r" t="t"/>
              <a:pathLst>
                <a:path extrusionOk="0" h="10046" w="20427">
                  <a:moveTo>
                    <a:pt x="0" y="0"/>
                  </a:moveTo>
                  <a:lnTo>
                    <a:pt x="0" y="1004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A400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25"/>
            <p:cNvSpPr/>
            <p:nvPr/>
          </p:nvSpPr>
          <p:spPr>
            <a:xfrm>
              <a:off x="608719" y="643313"/>
              <a:ext cx="606220" cy="643388"/>
            </a:xfrm>
            <a:custGeom>
              <a:rect b="b" l="l" r="r" t="t"/>
              <a:pathLst>
                <a:path extrusionOk="0" h="20037" w="20372">
                  <a:moveTo>
                    <a:pt x="20372" y="1"/>
                  </a:moveTo>
                  <a:lnTo>
                    <a:pt x="1" y="10047"/>
                  </a:lnTo>
                  <a:lnTo>
                    <a:pt x="20372" y="20037"/>
                  </a:lnTo>
                  <a:lnTo>
                    <a:pt x="20372" y="1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25"/>
            <p:cNvSpPr/>
            <p:nvPr/>
          </p:nvSpPr>
          <p:spPr>
            <a:xfrm>
              <a:off x="1214909" y="322534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20427" y="1"/>
                  </a:moveTo>
                  <a:lnTo>
                    <a:pt x="1" y="9991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FFFFF">
                <a:alpha val="2235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25"/>
            <p:cNvSpPr/>
            <p:nvPr/>
          </p:nvSpPr>
          <p:spPr>
            <a:xfrm>
              <a:off x="1214909" y="965890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20427" y="1"/>
                  </a:moveTo>
                  <a:lnTo>
                    <a:pt x="1" y="9991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FC800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25"/>
            <p:cNvSpPr/>
            <p:nvPr/>
          </p:nvSpPr>
          <p:spPr>
            <a:xfrm>
              <a:off x="2430592" y="322534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20427" y="1"/>
                  </a:moveTo>
                  <a:lnTo>
                    <a:pt x="1" y="9991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noFill/>
            <a:ln cap="flat" cmpd="sng" w="9525">
              <a:solidFill>
                <a:srgbClr val="EA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25"/>
            <p:cNvSpPr/>
            <p:nvPr/>
          </p:nvSpPr>
          <p:spPr>
            <a:xfrm>
              <a:off x="608719" y="-11"/>
              <a:ext cx="606220" cy="643356"/>
            </a:xfrm>
            <a:custGeom>
              <a:rect b="b" l="l" r="r" t="t"/>
              <a:pathLst>
                <a:path extrusionOk="0" h="20036" w="20372">
                  <a:moveTo>
                    <a:pt x="20372" y="0"/>
                  </a:moveTo>
                  <a:lnTo>
                    <a:pt x="1" y="10046"/>
                  </a:lnTo>
                  <a:lnTo>
                    <a:pt x="20372" y="20036"/>
                  </a:lnTo>
                  <a:lnTo>
                    <a:pt x="20372" y="0"/>
                  </a:lnTo>
                  <a:close/>
                </a:path>
              </a:pathLst>
            </a:custGeom>
            <a:solidFill>
              <a:srgbClr val="E806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25"/>
            <p:cNvSpPr/>
            <p:nvPr/>
          </p:nvSpPr>
          <p:spPr>
            <a:xfrm>
              <a:off x="1214909" y="-11"/>
              <a:ext cx="607886" cy="322577"/>
            </a:xfrm>
            <a:custGeom>
              <a:rect b="b" l="l" r="r" t="t"/>
              <a:pathLst>
                <a:path extrusionOk="0" h="10046" w="20428">
                  <a:moveTo>
                    <a:pt x="1" y="0"/>
                  </a:moveTo>
                  <a:lnTo>
                    <a:pt x="20427" y="1004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A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" name="Google Shape;27;p25"/>
          <p:cNvSpPr txBox="1"/>
          <p:nvPr>
            <p:ph type="ctrTitle"/>
          </p:nvPr>
        </p:nvSpPr>
        <p:spPr>
          <a:xfrm>
            <a:off x="685800" y="2655767"/>
            <a:ext cx="5265000" cy="15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9pPr>
          </a:lstStyle>
          <a:p/>
        </p:txBody>
      </p:sp>
      <p:grpSp>
        <p:nvGrpSpPr>
          <p:cNvPr id="28" name="Google Shape;28;p25"/>
          <p:cNvGrpSpPr/>
          <p:nvPr/>
        </p:nvGrpSpPr>
        <p:grpSpPr>
          <a:xfrm>
            <a:off x="4894945" y="-15"/>
            <a:ext cx="4252453" cy="6862248"/>
            <a:chOff x="4894945" y="-11"/>
            <a:chExt cx="4252453" cy="5146815"/>
          </a:xfrm>
        </p:grpSpPr>
        <p:sp>
          <p:nvSpPr>
            <p:cNvPr id="29" name="Google Shape;29;p25"/>
            <p:cNvSpPr/>
            <p:nvPr/>
          </p:nvSpPr>
          <p:spPr>
            <a:xfrm>
              <a:off x="6108962" y="4182670"/>
              <a:ext cx="607886" cy="643356"/>
            </a:xfrm>
            <a:custGeom>
              <a:rect b="b" l="l" r="r" t="t"/>
              <a:pathLst>
                <a:path extrusionOk="0" h="20036" w="20428">
                  <a:moveTo>
                    <a:pt x="1" y="0"/>
                  </a:moveTo>
                  <a:lnTo>
                    <a:pt x="1" y="20036"/>
                  </a:lnTo>
                  <a:lnTo>
                    <a:pt x="20427" y="999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A400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25"/>
            <p:cNvSpPr/>
            <p:nvPr/>
          </p:nvSpPr>
          <p:spPr>
            <a:xfrm>
              <a:off x="6716818" y="3860093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0" y="0"/>
                  </a:moveTo>
                  <a:lnTo>
                    <a:pt x="0" y="20036"/>
                  </a:lnTo>
                  <a:lnTo>
                    <a:pt x="20427" y="100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25"/>
            <p:cNvSpPr/>
            <p:nvPr/>
          </p:nvSpPr>
          <p:spPr>
            <a:xfrm>
              <a:off x="7324645" y="3539314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1" y="0"/>
                  </a:moveTo>
                  <a:lnTo>
                    <a:pt x="1" y="20036"/>
                  </a:lnTo>
                  <a:lnTo>
                    <a:pt x="20427" y="999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>
                <a:alpha val="509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25"/>
            <p:cNvSpPr/>
            <p:nvPr/>
          </p:nvSpPr>
          <p:spPr>
            <a:xfrm>
              <a:off x="7324645" y="4182670"/>
              <a:ext cx="607886" cy="643356"/>
            </a:xfrm>
            <a:custGeom>
              <a:rect b="b" l="l" r="r" t="t"/>
              <a:pathLst>
                <a:path extrusionOk="0" h="20036" w="20428">
                  <a:moveTo>
                    <a:pt x="1" y="0"/>
                  </a:moveTo>
                  <a:lnTo>
                    <a:pt x="1" y="20036"/>
                  </a:lnTo>
                  <a:lnTo>
                    <a:pt x="20427" y="9990"/>
                  </a:lnTo>
                  <a:lnTo>
                    <a:pt x="1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EA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25"/>
            <p:cNvSpPr/>
            <p:nvPr/>
          </p:nvSpPr>
          <p:spPr>
            <a:xfrm>
              <a:off x="7932502" y="643313"/>
              <a:ext cx="606220" cy="643388"/>
            </a:xfrm>
            <a:custGeom>
              <a:rect b="b" l="l" r="r" t="t"/>
              <a:pathLst>
                <a:path extrusionOk="0" h="20037" w="20372">
                  <a:moveTo>
                    <a:pt x="0" y="1"/>
                  </a:moveTo>
                  <a:lnTo>
                    <a:pt x="0" y="20037"/>
                  </a:lnTo>
                  <a:lnTo>
                    <a:pt x="20371" y="1004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A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25"/>
            <p:cNvSpPr/>
            <p:nvPr/>
          </p:nvSpPr>
          <p:spPr>
            <a:xfrm>
              <a:off x="8538692" y="322534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0" y="1"/>
                  </a:moveTo>
                  <a:lnTo>
                    <a:pt x="0" y="20037"/>
                  </a:lnTo>
                  <a:lnTo>
                    <a:pt x="20427" y="9991"/>
                  </a:lnTo>
                  <a:lnTo>
                    <a:pt x="0" y="1"/>
                  </a:lnTo>
                  <a:close/>
                </a:path>
              </a:pathLst>
            </a:custGeom>
            <a:noFill/>
            <a:ln cap="flat" cmpd="sng" w="9525">
              <a:solidFill>
                <a:srgbClr val="EA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25"/>
            <p:cNvSpPr/>
            <p:nvPr/>
          </p:nvSpPr>
          <p:spPr>
            <a:xfrm>
              <a:off x="7932502" y="1286669"/>
              <a:ext cx="606220" cy="643388"/>
            </a:xfrm>
            <a:custGeom>
              <a:rect b="b" l="l" r="r" t="t"/>
              <a:pathLst>
                <a:path extrusionOk="0" h="20037" w="20372">
                  <a:moveTo>
                    <a:pt x="0" y="1"/>
                  </a:moveTo>
                  <a:lnTo>
                    <a:pt x="0" y="20037"/>
                  </a:lnTo>
                  <a:lnTo>
                    <a:pt x="20371" y="1004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C800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p25"/>
            <p:cNvSpPr/>
            <p:nvPr/>
          </p:nvSpPr>
          <p:spPr>
            <a:xfrm>
              <a:off x="7932502" y="3216737"/>
              <a:ext cx="606220" cy="643388"/>
            </a:xfrm>
            <a:custGeom>
              <a:rect b="b" l="l" r="r" t="t"/>
              <a:pathLst>
                <a:path extrusionOk="0" h="20037" w="20372">
                  <a:moveTo>
                    <a:pt x="0" y="0"/>
                  </a:moveTo>
                  <a:lnTo>
                    <a:pt x="0" y="20036"/>
                  </a:lnTo>
                  <a:lnTo>
                    <a:pt x="20371" y="100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7;p25"/>
            <p:cNvSpPr/>
            <p:nvPr/>
          </p:nvSpPr>
          <p:spPr>
            <a:xfrm>
              <a:off x="8538692" y="3539314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0" y="0"/>
                  </a:moveTo>
                  <a:lnTo>
                    <a:pt x="0" y="20036"/>
                  </a:lnTo>
                  <a:lnTo>
                    <a:pt x="20427" y="99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06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38;p25"/>
            <p:cNvSpPr/>
            <p:nvPr/>
          </p:nvSpPr>
          <p:spPr>
            <a:xfrm>
              <a:off x="6108962" y="-11"/>
              <a:ext cx="607886" cy="322577"/>
            </a:xfrm>
            <a:custGeom>
              <a:rect b="b" l="l" r="r" t="t"/>
              <a:pathLst>
                <a:path extrusionOk="0" h="10046" w="20428">
                  <a:moveTo>
                    <a:pt x="1" y="0"/>
                  </a:moveTo>
                  <a:lnTo>
                    <a:pt x="1" y="10046"/>
                  </a:lnTo>
                  <a:lnTo>
                    <a:pt x="20427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EA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39;p25"/>
            <p:cNvSpPr/>
            <p:nvPr/>
          </p:nvSpPr>
          <p:spPr>
            <a:xfrm>
              <a:off x="6716818" y="-11"/>
              <a:ext cx="607856" cy="643356"/>
            </a:xfrm>
            <a:custGeom>
              <a:rect b="b" l="l" r="r" t="t"/>
              <a:pathLst>
                <a:path extrusionOk="0" h="20036" w="20427">
                  <a:moveTo>
                    <a:pt x="0" y="0"/>
                  </a:moveTo>
                  <a:lnTo>
                    <a:pt x="0" y="20036"/>
                  </a:lnTo>
                  <a:lnTo>
                    <a:pt x="20427" y="100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A400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40;p25"/>
            <p:cNvSpPr/>
            <p:nvPr/>
          </p:nvSpPr>
          <p:spPr>
            <a:xfrm>
              <a:off x="7324645" y="-11"/>
              <a:ext cx="607886" cy="322577"/>
            </a:xfrm>
            <a:custGeom>
              <a:rect b="b" l="l" r="r" t="t"/>
              <a:pathLst>
                <a:path extrusionOk="0" h="10046" w="20428">
                  <a:moveTo>
                    <a:pt x="1" y="0"/>
                  </a:moveTo>
                  <a:lnTo>
                    <a:pt x="1" y="1004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A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25"/>
            <p:cNvSpPr/>
            <p:nvPr/>
          </p:nvSpPr>
          <p:spPr>
            <a:xfrm>
              <a:off x="7932502" y="-11"/>
              <a:ext cx="606220" cy="643356"/>
            </a:xfrm>
            <a:custGeom>
              <a:rect b="b" l="l" r="r" t="t"/>
              <a:pathLst>
                <a:path extrusionOk="0" h="20036" w="20372">
                  <a:moveTo>
                    <a:pt x="0" y="0"/>
                  </a:moveTo>
                  <a:lnTo>
                    <a:pt x="0" y="20036"/>
                  </a:lnTo>
                  <a:lnTo>
                    <a:pt x="20371" y="100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2235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25"/>
            <p:cNvSpPr/>
            <p:nvPr/>
          </p:nvSpPr>
          <p:spPr>
            <a:xfrm>
              <a:off x="8538692" y="-11"/>
              <a:ext cx="607856" cy="322577"/>
            </a:xfrm>
            <a:custGeom>
              <a:rect b="b" l="l" r="r" t="t"/>
              <a:pathLst>
                <a:path extrusionOk="0" h="10046" w="20427">
                  <a:moveTo>
                    <a:pt x="0" y="0"/>
                  </a:moveTo>
                  <a:lnTo>
                    <a:pt x="0" y="1004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FFFF">
                <a:alpha val="509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p25"/>
            <p:cNvSpPr/>
            <p:nvPr/>
          </p:nvSpPr>
          <p:spPr>
            <a:xfrm>
              <a:off x="4894945" y="3860093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20427" y="0"/>
                  </a:moveTo>
                  <a:lnTo>
                    <a:pt x="0" y="10046"/>
                  </a:lnTo>
                  <a:lnTo>
                    <a:pt x="20427" y="2003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C800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25"/>
            <p:cNvSpPr/>
            <p:nvPr/>
          </p:nvSpPr>
          <p:spPr>
            <a:xfrm>
              <a:off x="6108962" y="3860093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20427" y="0"/>
                  </a:moveTo>
                  <a:lnTo>
                    <a:pt x="1" y="10046"/>
                  </a:lnTo>
                  <a:lnTo>
                    <a:pt x="20427" y="2003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A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p25"/>
            <p:cNvSpPr/>
            <p:nvPr/>
          </p:nvSpPr>
          <p:spPr>
            <a:xfrm>
              <a:off x="5502772" y="4182670"/>
              <a:ext cx="606220" cy="643356"/>
            </a:xfrm>
            <a:custGeom>
              <a:rect b="b" l="l" r="r" t="t"/>
              <a:pathLst>
                <a:path extrusionOk="0" h="20036" w="20372">
                  <a:moveTo>
                    <a:pt x="20372" y="0"/>
                  </a:moveTo>
                  <a:lnTo>
                    <a:pt x="1" y="9990"/>
                  </a:lnTo>
                  <a:lnTo>
                    <a:pt x="20372" y="20036"/>
                  </a:lnTo>
                  <a:lnTo>
                    <a:pt x="20372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EA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46;p25"/>
            <p:cNvSpPr/>
            <p:nvPr/>
          </p:nvSpPr>
          <p:spPr>
            <a:xfrm>
              <a:off x="7324645" y="3216737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20427" y="0"/>
                  </a:moveTo>
                  <a:lnTo>
                    <a:pt x="1" y="10046"/>
                  </a:lnTo>
                  <a:lnTo>
                    <a:pt x="20427" y="2003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E806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47;p25"/>
            <p:cNvSpPr/>
            <p:nvPr/>
          </p:nvSpPr>
          <p:spPr>
            <a:xfrm>
              <a:off x="6716818" y="3539314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20427" y="0"/>
                  </a:moveTo>
                  <a:lnTo>
                    <a:pt x="0" y="9990"/>
                  </a:lnTo>
                  <a:lnTo>
                    <a:pt x="20427" y="2003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A400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" name="Google Shape;48;p25"/>
            <p:cNvSpPr/>
            <p:nvPr/>
          </p:nvSpPr>
          <p:spPr>
            <a:xfrm>
              <a:off x="6716818" y="4182670"/>
              <a:ext cx="607856" cy="643356"/>
            </a:xfrm>
            <a:custGeom>
              <a:rect b="b" l="l" r="r" t="t"/>
              <a:pathLst>
                <a:path extrusionOk="0" h="20036" w="20427">
                  <a:moveTo>
                    <a:pt x="20427" y="0"/>
                  </a:moveTo>
                  <a:lnTo>
                    <a:pt x="0" y="9990"/>
                  </a:lnTo>
                  <a:lnTo>
                    <a:pt x="20427" y="2003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C800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49;p25"/>
            <p:cNvSpPr/>
            <p:nvPr/>
          </p:nvSpPr>
          <p:spPr>
            <a:xfrm>
              <a:off x="7932502" y="322534"/>
              <a:ext cx="606220" cy="643388"/>
            </a:xfrm>
            <a:custGeom>
              <a:rect b="b" l="l" r="r" t="t"/>
              <a:pathLst>
                <a:path extrusionOk="0" h="20037" w="20372">
                  <a:moveTo>
                    <a:pt x="20371" y="1"/>
                  </a:moveTo>
                  <a:lnTo>
                    <a:pt x="0" y="9991"/>
                  </a:lnTo>
                  <a:lnTo>
                    <a:pt x="20371" y="20037"/>
                  </a:lnTo>
                  <a:lnTo>
                    <a:pt x="20371" y="1"/>
                  </a:lnTo>
                  <a:close/>
                </a:path>
              </a:pathLst>
            </a:custGeom>
            <a:solidFill>
              <a:srgbClr val="A61C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p25"/>
            <p:cNvSpPr/>
            <p:nvPr/>
          </p:nvSpPr>
          <p:spPr>
            <a:xfrm>
              <a:off x="7932502" y="965890"/>
              <a:ext cx="606220" cy="643388"/>
            </a:xfrm>
            <a:custGeom>
              <a:rect b="b" l="l" r="r" t="t"/>
              <a:pathLst>
                <a:path extrusionOk="0" h="20037" w="20372">
                  <a:moveTo>
                    <a:pt x="20371" y="1"/>
                  </a:moveTo>
                  <a:lnTo>
                    <a:pt x="0" y="9991"/>
                  </a:lnTo>
                  <a:lnTo>
                    <a:pt x="20371" y="20037"/>
                  </a:lnTo>
                  <a:lnTo>
                    <a:pt x="20371" y="1"/>
                  </a:lnTo>
                  <a:close/>
                </a:path>
              </a:pathLst>
            </a:custGeom>
            <a:solidFill>
              <a:srgbClr val="FFA400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25"/>
            <p:cNvSpPr/>
            <p:nvPr/>
          </p:nvSpPr>
          <p:spPr>
            <a:xfrm>
              <a:off x="7932502" y="2895958"/>
              <a:ext cx="606220" cy="643388"/>
            </a:xfrm>
            <a:custGeom>
              <a:rect b="b" l="l" r="r" t="t"/>
              <a:pathLst>
                <a:path extrusionOk="0" h="20037" w="20372">
                  <a:moveTo>
                    <a:pt x="20371" y="0"/>
                  </a:moveTo>
                  <a:lnTo>
                    <a:pt x="0" y="9990"/>
                  </a:lnTo>
                  <a:lnTo>
                    <a:pt x="20371" y="20036"/>
                  </a:lnTo>
                  <a:lnTo>
                    <a:pt x="20371" y="0"/>
                  </a:lnTo>
                  <a:close/>
                </a:path>
              </a:pathLst>
            </a:custGeom>
            <a:solidFill>
              <a:srgbClr val="FFFFFF">
                <a:alpha val="2235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25"/>
            <p:cNvSpPr/>
            <p:nvPr/>
          </p:nvSpPr>
          <p:spPr>
            <a:xfrm>
              <a:off x="7932492" y="3538418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20427" y="0"/>
                  </a:moveTo>
                  <a:lnTo>
                    <a:pt x="0" y="10046"/>
                  </a:lnTo>
                  <a:lnTo>
                    <a:pt x="20427" y="20036"/>
                  </a:lnTo>
                  <a:lnTo>
                    <a:pt x="20427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EA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53;p25"/>
            <p:cNvSpPr/>
            <p:nvPr/>
          </p:nvSpPr>
          <p:spPr>
            <a:xfrm>
              <a:off x="6108962" y="-11"/>
              <a:ext cx="607886" cy="643356"/>
            </a:xfrm>
            <a:custGeom>
              <a:rect b="b" l="l" r="r" t="t"/>
              <a:pathLst>
                <a:path extrusionOk="0" h="20036" w="20428">
                  <a:moveTo>
                    <a:pt x="20427" y="0"/>
                  </a:moveTo>
                  <a:lnTo>
                    <a:pt x="1" y="10046"/>
                  </a:lnTo>
                  <a:lnTo>
                    <a:pt x="20427" y="20036"/>
                  </a:lnTo>
                  <a:lnTo>
                    <a:pt x="20427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EA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" name="Google Shape;54;p25"/>
            <p:cNvSpPr/>
            <p:nvPr/>
          </p:nvSpPr>
          <p:spPr>
            <a:xfrm>
              <a:off x="6716818" y="-11"/>
              <a:ext cx="607856" cy="322577"/>
            </a:xfrm>
            <a:custGeom>
              <a:rect b="b" l="l" r="r" t="t"/>
              <a:pathLst>
                <a:path extrusionOk="0" h="10046" w="20427">
                  <a:moveTo>
                    <a:pt x="0" y="0"/>
                  </a:moveTo>
                  <a:lnTo>
                    <a:pt x="20427" y="1004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" name="Google Shape;55;p25"/>
            <p:cNvSpPr/>
            <p:nvPr/>
          </p:nvSpPr>
          <p:spPr>
            <a:xfrm>
              <a:off x="6716818" y="4825993"/>
              <a:ext cx="607856" cy="320811"/>
            </a:xfrm>
            <a:custGeom>
              <a:rect b="b" l="l" r="r" t="t"/>
              <a:pathLst>
                <a:path extrusionOk="0" h="9991" w="20427">
                  <a:moveTo>
                    <a:pt x="20427" y="1"/>
                  </a:moveTo>
                  <a:lnTo>
                    <a:pt x="0" y="9991"/>
                  </a:lnTo>
                  <a:lnTo>
                    <a:pt x="20427" y="9991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FFFFF">
                <a:alpha val="2235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" name="Google Shape;56;p25"/>
            <p:cNvSpPr/>
            <p:nvPr/>
          </p:nvSpPr>
          <p:spPr>
            <a:xfrm>
              <a:off x="7324645" y="4503448"/>
              <a:ext cx="607886" cy="643356"/>
            </a:xfrm>
            <a:custGeom>
              <a:rect b="b" l="l" r="r" t="t"/>
              <a:pathLst>
                <a:path extrusionOk="0" h="20036" w="20428">
                  <a:moveTo>
                    <a:pt x="20427" y="0"/>
                  </a:moveTo>
                  <a:lnTo>
                    <a:pt x="1" y="10046"/>
                  </a:lnTo>
                  <a:lnTo>
                    <a:pt x="20427" y="2003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A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" name="Google Shape;57;p25"/>
            <p:cNvSpPr/>
            <p:nvPr/>
          </p:nvSpPr>
          <p:spPr>
            <a:xfrm>
              <a:off x="8538692" y="-11"/>
              <a:ext cx="607856" cy="643356"/>
            </a:xfrm>
            <a:custGeom>
              <a:rect b="b" l="l" r="r" t="t"/>
              <a:pathLst>
                <a:path extrusionOk="0" h="20036" w="20427">
                  <a:moveTo>
                    <a:pt x="20427" y="0"/>
                  </a:moveTo>
                  <a:lnTo>
                    <a:pt x="0" y="10046"/>
                  </a:lnTo>
                  <a:lnTo>
                    <a:pt x="20427" y="2003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C800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25"/>
            <p:cNvSpPr/>
            <p:nvPr/>
          </p:nvSpPr>
          <p:spPr>
            <a:xfrm>
              <a:off x="8538692" y="4503448"/>
              <a:ext cx="607856" cy="643356"/>
            </a:xfrm>
            <a:custGeom>
              <a:rect b="b" l="l" r="r" t="t"/>
              <a:pathLst>
                <a:path extrusionOk="0" h="20036" w="20427">
                  <a:moveTo>
                    <a:pt x="20427" y="0"/>
                  </a:moveTo>
                  <a:lnTo>
                    <a:pt x="0" y="10046"/>
                  </a:lnTo>
                  <a:lnTo>
                    <a:pt x="20427" y="2003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p25"/>
            <p:cNvSpPr/>
            <p:nvPr/>
          </p:nvSpPr>
          <p:spPr>
            <a:xfrm>
              <a:off x="7324658" y="322534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1" y="1"/>
                  </a:moveTo>
                  <a:lnTo>
                    <a:pt x="1" y="20037"/>
                  </a:lnTo>
                  <a:lnTo>
                    <a:pt x="20427" y="999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A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p25"/>
            <p:cNvSpPr/>
            <p:nvPr/>
          </p:nvSpPr>
          <p:spPr>
            <a:xfrm>
              <a:off x="7324658" y="965890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1" y="1"/>
                  </a:moveTo>
                  <a:lnTo>
                    <a:pt x="1" y="20037"/>
                  </a:lnTo>
                  <a:lnTo>
                    <a:pt x="20427" y="999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806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p25"/>
            <p:cNvSpPr/>
            <p:nvPr/>
          </p:nvSpPr>
          <p:spPr>
            <a:xfrm>
              <a:off x="6716831" y="322534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20427" y="1"/>
                  </a:moveTo>
                  <a:lnTo>
                    <a:pt x="0" y="9991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FFFFF">
                <a:alpha val="509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p25"/>
            <p:cNvSpPr/>
            <p:nvPr/>
          </p:nvSpPr>
          <p:spPr>
            <a:xfrm>
              <a:off x="6716831" y="965890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20427" y="1"/>
                  </a:moveTo>
                  <a:lnTo>
                    <a:pt x="0" y="9991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noFill/>
            <a:ln cap="flat" cmpd="sng" w="9525">
              <a:solidFill>
                <a:srgbClr val="EA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" name="Google Shape;63;p25"/>
            <p:cNvSpPr/>
            <p:nvPr/>
          </p:nvSpPr>
          <p:spPr>
            <a:xfrm>
              <a:off x="7324658" y="1286669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20427" y="1"/>
                  </a:moveTo>
                  <a:lnTo>
                    <a:pt x="1" y="10047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FFFFF">
                <a:alpha val="509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p25"/>
            <p:cNvSpPr/>
            <p:nvPr/>
          </p:nvSpPr>
          <p:spPr>
            <a:xfrm>
              <a:off x="7324658" y="-11"/>
              <a:ext cx="607886" cy="643356"/>
            </a:xfrm>
            <a:custGeom>
              <a:rect b="b" l="l" r="r" t="t"/>
              <a:pathLst>
                <a:path extrusionOk="0" h="20036" w="20428">
                  <a:moveTo>
                    <a:pt x="20427" y="0"/>
                  </a:moveTo>
                  <a:lnTo>
                    <a:pt x="1" y="10046"/>
                  </a:lnTo>
                  <a:lnTo>
                    <a:pt x="20427" y="2003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25"/>
            <p:cNvSpPr/>
            <p:nvPr/>
          </p:nvSpPr>
          <p:spPr>
            <a:xfrm>
              <a:off x="8538692" y="4825993"/>
              <a:ext cx="607856" cy="320811"/>
            </a:xfrm>
            <a:custGeom>
              <a:rect b="b" l="l" r="r" t="t"/>
              <a:pathLst>
                <a:path extrusionOk="0" h="9991" w="20427">
                  <a:moveTo>
                    <a:pt x="0" y="1"/>
                  </a:moveTo>
                  <a:lnTo>
                    <a:pt x="0" y="9991"/>
                  </a:lnTo>
                  <a:lnTo>
                    <a:pt x="20427" y="9991"/>
                  </a:lnTo>
                  <a:lnTo>
                    <a:pt x="0" y="1"/>
                  </a:lnTo>
                  <a:close/>
                </a:path>
              </a:pathLst>
            </a:custGeom>
            <a:noFill/>
            <a:ln cap="flat" cmpd="sng" w="9525">
              <a:solidFill>
                <a:srgbClr val="EA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p25"/>
            <p:cNvSpPr/>
            <p:nvPr/>
          </p:nvSpPr>
          <p:spPr>
            <a:xfrm>
              <a:off x="6109812" y="2252602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1" y="0"/>
                  </a:moveTo>
                  <a:lnTo>
                    <a:pt x="1" y="20036"/>
                  </a:lnTo>
                  <a:lnTo>
                    <a:pt x="20427" y="999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25"/>
            <p:cNvSpPr/>
            <p:nvPr/>
          </p:nvSpPr>
          <p:spPr>
            <a:xfrm>
              <a:off x="6109812" y="3539314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1" y="0"/>
                  </a:moveTo>
                  <a:lnTo>
                    <a:pt x="1" y="20036"/>
                  </a:lnTo>
                  <a:lnTo>
                    <a:pt x="20427" y="999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A400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p25"/>
            <p:cNvSpPr/>
            <p:nvPr/>
          </p:nvSpPr>
          <p:spPr>
            <a:xfrm>
              <a:off x="6717668" y="1286669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0" y="1"/>
                  </a:moveTo>
                  <a:lnTo>
                    <a:pt x="0" y="20037"/>
                  </a:lnTo>
                  <a:lnTo>
                    <a:pt x="20427" y="1004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A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25"/>
            <p:cNvSpPr/>
            <p:nvPr/>
          </p:nvSpPr>
          <p:spPr>
            <a:xfrm>
              <a:off x="6717668" y="1930025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0" y="1"/>
                  </a:moveTo>
                  <a:lnTo>
                    <a:pt x="0" y="20037"/>
                  </a:lnTo>
                  <a:lnTo>
                    <a:pt x="20427" y="1004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806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25"/>
            <p:cNvSpPr/>
            <p:nvPr/>
          </p:nvSpPr>
          <p:spPr>
            <a:xfrm>
              <a:off x="6717668" y="2573381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0" y="1"/>
                  </a:moveTo>
                  <a:lnTo>
                    <a:pt x="0" y="20036"/>
                  </a:lnTo>
                  <a:lnTo>
                    <a:pt x="20427" y="1004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A400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25"/>
            <p:cNvSpPr/>
            <p:nvPr/>
          </p:nvSpPr>
          <p:spPr>
            <a:xfrm>
              <a:off x="7325495" y="2252602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1" y="0"/>
                  </a:moveTo>
                  <a:lnTo>
                    <a:pt x="1" y="20036"/>
                  </a:lnTo>
                  <a:lnTo>
                    <a:pt x="20427" y="9991"/>
                  </a:lnTo>
                  <a:lnTo>
                    <a:pt x="1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EA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25"/>
            <p:cNvSpPr/>
            <p:nvPr/>
          </p:nvSpPr>
          <p:spPr>
            <a:xfrm>
              <a:off x="6717668" y="3216737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0" y="0"/>
                  </a:moveTo>
                  <a:lnTo>
                    <a:pt x="0" y="20036"/>
                  </a:lnTo>
                  <a:lnTo>
                    <a:pt x="20427" y="100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25"/>
            <p:cNvSpPr/>
            <p:nvPr/>
          </p:nvSpPr>
          <p:spPr>
            <a:xfrm>
              <a:off x="7325495" y="2895958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1" y="0"/>
                  </a:moveTo>
                  <a:lnTo>
                    <a:pt x="1" y="20036"/>
                  </a:lnTo>
                  <a:lnTo>
                    <a:pt x="20427" y="999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25"/>
            <p:cNvSpPr/>
            <p:nvPr/>
          </p:nvSpPr>
          <p:spPr>
            <a:xfrm>
              <a:off x="7933352" y="1930025"/>
              <a:ext cx="606220" cy="643388"/>
            </a:xfrm>
            <a:custGeom>
              <a:rect b="b" l="l" r="r" t="t"/>
              <a:pathLst>
                <a:path extrusionOk="0" h="20037" w="20372">
                  <a:moveTo>
                    <a:pt x="0" y="1"/>
                  </a:moveTo>
                  <a:lnTo>
                    <a:pt x="0" y="20037"/>
                  </a:lnTo>
                  <a:lnTo>
                    <a:pt x="20371" y="1004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A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25"/>
            <p:cNvSpPr/>
            <p:nvPr/>
          </p:nvSpPr>
          <p:spPr>
            <a:xfrm>
              <a:off x="7933352" y="2573381"/>
              <a:ext cx="606220" cy="643388"/>
            </a:xfrm>
            <a:custGeom>
              <a:rect b="b" l="l" r="r" t="t"/>
              <a:pathLst>
                <a:path extrusionOk="0" h="20037" w="20372">
                  <a:moveTo>
                    <a:pt x="0" y="1"/>
                  </a:moveTo>
                  <a:lnTo>
                    <a:pt x="0" y="20036"/>
                  </a:lnTo>
                  <a:lnTo>
                    <a:pt x="20371" y="1004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>
                <a:alpha val="509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25"/>
            <p:cNvSpPr/>
            <p:nvPr/>
          </p:nvSpPr>
          <p:spPr>
            <a:xfrm>
              <a:off x="8539542" y="1608802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0" y="0"/>
                  </a:moveTo>
                  <a:lnTo>
                    <a:pt x="0" y="20036"/>
                  </a:lnTo>
                  <a:lnTo>
                    <a:pt x="20427" y="99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2235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25"/>
            <p:cNvSpPr/>
            <p:nvPr/>
          </p:nvSpPr>
          <p:spPr>
            <a:xfrm>
              <a:off x="6109812" y="1286669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20427" y="1"/>
                  </a:moveTo>
                  <a:lnTo>
                    <a:pt x="1" y="10047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FA400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25"/>
            <p:cNvSpPr/>
            <p:nvPr/>
          </p:nvSpPr>
          <p:spPr>
            <a:xfrm>
              <a:off x="6109812" y="3216737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20427" y="0"/>
                  </a:moveTo>
                  <a:lnTo>
                    <a:pt x="1" y="10046"/>
                  </a:lnTo>
                  <a:lnTo>
                    <a:pt x="20427" y="2003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C800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25"/>
            <p:cNvSpPr/>
            <p:nvPr/>
          </p:nvSpPr>
          <p:spPr>
            <a:xfrm>
              <a:off x="6717668" y="1609246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20427" y="1"/>
                  </a:moveTo>
                  <a:lnTo>
                    <a:pt x="0" y="9991"/>
                  </a:lnTo>
                  <a:lnTo>
                    <a:pt x="20427" y="20036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25"/>
            <p:cNvSpPr/>
            <p:nvPr/>
          </p:nvSpPr>
          <p:spPr>
            <a:xfrm>
              <a:off x="7325495" y="1930025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20427" y="1"/>
                  </a:moveTo>
                  <a:lnTo>
                    <a:pt x="1" y="10046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A61C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25"/>
            <p:cNvSpPr/>
            <p:nvPr/>
          </p:nvSpPr>
          <p:spPr>
            <a:xfrm>
              <a:off x="6717668" y="2252602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20427" y="0"/>
                  </a:moveTo>
                  <a:lnTo>
                    <a:pt x="0" y="9991"/>
                  </a:lnTo>
                  <a:lnTo>
                    <a:pt x="20427" y="2003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FFFF">
                <a:alpha val="509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25"/>
            <p:cNvSpPr/>
            <p:nvPr/>
          </p:nvSpPr>
          <p:spPr>
            <a:xfrm>
              <a:off x="7325495" y="2573381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20427" y="1"/>
                  </a:moveTo>
                  <a:lnTo>
                    <a:pt x="1" y="10046"/>
                  </a:lnTo>
                  <a:lnTo>
                    <a:pt x="20427" y="20036"/>
                  </a:lnTo>
                  <a:lnTo>
                    <a:pt x="20427" y="1"/>
                  </a:lnTo>
                  <a:close/>
                </a:path>
              </a:pathLst>
            </a:custGeom>
            <a:noFill/>
            <a:ln cap="flat" cmpd="sng" w="9525">
              <a:solidFill>
                <a:srgbClr val="EA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3" name="Google Shape;83;p25"/>
          <p:cNvGrpSpPr/>
          <p:nvPr/>
        </p:nvGrpSpPr>
        <p:grpSpPr>
          <a:xfrm flipH="1">
            <a:off x="-7" y="5146661"/>
            <a:ext cx="2429755" cy="1715572"/>
            <a:chOff x="6714243" y="3860093"/>
            <a:chExt cx="2429755" cy="1286711"/>
          </a:xfrm>
        </p:grpSpPr>
        <p:sp>
          <p:nvSpPr>
            <p:cNvPr id="84" name="Google Shape;84;p25"/>
            <p:cNvSpPr/>
            <p:nvPr/>
          </p:nvSpPr>
          <p:spPr>
            <a:xfrm>
              <a:off x="7929952" y="3860093"/>
              <a:ext cx="606220" cy="643388"/>
            </a:xfrm>
            <a:custGeom>
              <a:rect b="b" l="l" r="r" t="t"/>
              <a:pathLst>
                <a:path extrusionOk="0" h="20037" w="20372">
                  <a:moveTo>
                    <a:pt x="0" y="0"/>
                  </a:moveTo>
                  <a:lnTo>
                    <a:pt x="0" y="20036"/>
                  </a:lnTo>
                  <a:lnTo>
                    <a:pt x="20371" y="100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A400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25"/>
            <p:cNvSpPr/>
            <p:nvPr/>
          </p:nvSpPr>
          <p:spPr>
            <a:xfrm>
              <a:off x="8536142" y="4182670"/>
              <a:ext cx="607856" cy="643356"/>
            </a:xfrm>
            <a:custGeom>
              <a:rect b="b" l="l" r="r" t="t"/>
              <a:pathLst>
                <a:path extrusionOk="0" h="20036" w="20427">
                  <a:moveTo>
                    <a:pt x="0" y="0"/>
                  </a:moveTo>
                  <a:lnTo>
                    <a:pt x="0" y="20036"/>
                  </a:lnTo>
                  <a:lnTo>
                    <a:pt x="20427" y="99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A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25"/>
            <p:cNvSpPr/>
            <p:nvPr/>
          </p:nvSpPr>
          <p:spPr>
            <a:xfrm>
              <a:off x="7322095" y="4825993"/>
              <a:ext cx="607886" cy="320811"/>
            </a:xfrm>
            <a:custGeom>
              <a:rect b="b" l="l" r="r" t="t"/>
              <a:pathLst>
                <a:path extrusionOk="0" h="9991" w="20428">
                  <a:moveTo>
                    <a:pt x="1" y="1"/>
                  </a:moveTo>
                  <a:lnTo>
                    <a:pt x="1" y="9991"/>
                  </a:lnTo>
                  <a:lnTo>
                    <a:pt x="20427" y="999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25"/>
            <p:cNvSpPr/>
            <p:nvPr/>
          </p:nvSpPr>
          <p:spPr>
            <a:xfrm>
              <a:off x="7929952" y="4503448"/>
              <a:ext cx="606220" cy="643356"/>
            </a:xfrm>
            <a:custGeom>
              <a:rect b="b" l="l" r="r" t="t"/>
              <a:pathLst>
                <a:path extrusionOk="0" h="20036" w="20372">
                  <a:moveTo>
                    <a:pt x="0" y="0"/>
                  </a:moveTo>
                  <a:lnTo>
                    <a:pt x="0" y="20036"/>
                  </a:lnTo>
                  <a:lnTo>
                    <a:pt x="20371" y="100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509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25"/>
            <p:cNvSpPr/>
            <p:nvPr/>
          </p:nvSpPr>
          <p:spPr>
            <a:xfrm>
              <a:off x="8536142" y="4825993"/>
              <a:ext cx="607856" cy="320811"/>
            </a:xfrm>
            <a:custGeom>
              <a:rect b="b" l="l" r="r" t="t"/>
              <a:pathLst>
                <a:path extrusionOk="0" h="9991" w="20427">
                  <a:moveTo>
                    <a:pt x="0" y="1"/>
                  </a:moveTo>
                  <a:lnTo>
                    <a:pt x="0" y="9991"/>
                  </a:lnTo>
                  <a:lnTo>
                    <a:pt x="20427" y="999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>
                <a:alpha val="509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25"/>
            <p:cNvSpPr/>
            <p:nvPr/>
          </p:nvSpPr>
          <p:spPr>
            <a:xfrm>
              <a:off x="7322095" y="3860093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20427" y="0"/>
                  </a:moveTo>
                  <a:lnTo>
                    <a:pt x="1" y="10046"/>
                  </a:lnTo>
                  <a:lnTo>
                    <a:pt x="20427" y="20036"/>
                  </a:lnTo>
                  <a:lnTo>
                    <a:pt x="20427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EA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25"/>
            <p:cNvSpPr/>
            <p:nvPr/>
          </p:nvSpPr>
          <p:spPr>
            <a:xfrm>
              <a:off x="8536142" y="3860093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20427" y="0"/>
                  </a:moveTo>
                  <a:lnTo>
                    <a:pt x="0" y="10046"/>
                  </a:lnTo>
                  <a:lnTo>
                    <a:pt x="20427" y="20036"/>
                  </a:lnTo>
                  <a:lnTo>
                    <a:pt x="20427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EA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25"/>
            <p:cNvSpPr/>
            <p:nvPr/>
          </p:nvSpPr>
          <p:spPr>
            <a:xfrm>
              <a:off x="7929952" y="4182670"/>
              <a:ext cx="606220" cy="643356"/>
            </a:xfrm>
            <a:custGeom>
              <a:rect b="b" l="l" r="r" t="t"/>
              <a:pathLst>
                <a:path extrusionOk="0" h="20036" w="20372">
                  <a:moveTo>
                    <a:pt x="20371" y="0"/>
                  </a:moveTo>
                  <a:lnTo>
                    <a:pt x="0" y="9990"/>
                  </a:lnTo>
                  <a:lnTo>
                    <a:pt x="20371" y="20036"/>
                  </a:lnTo>
                  <a:lnTo>
                    <a:pt x="20371" y="0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25"/>
            <p:cNvSpPr/>
            <p:nvPr/>
          </p:nvSpPr>
          <p:spPr>
            <a:xfrm>
              <a:off x="7322095" y="4503448"/>
              <a:ext cx="607886" cy="643356"/>
            </a:xfrm>
            <a:custGeom>
              <a:rect b="b" l="l" r="r" t="t"/>
              <a:pathLst>
                <a:path extrusionOk="0" h="20036" w="20428">
                  <a:moveTo>
                    <a:pt x="20427" y="0"/>
                  </a:moveTo>
                  <a:lnTo>
                    <a:pt x="1" y="10046"/>
                  </a:lnTo>
                  <a:lnTo>
                    <a:pt x="20427" y="2003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C800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25"/>
            <p:cNvSpPr/>
            <p:nvPr/>
          </p:nvSpPr>
          <p:spPr>
            <a:xfrm>
              <a:off x="7929952" y="4825993"/>
              <a:ext cx="606220" cy="320811"/>
            </a:xfrm>
            <a:custGeom>
              <a:rect b="b" l="l" r="r" t="t"/>
              <a:pathLst>
                <a:path extrusionOk="0" h="9991" w="20372">
                  <a:moveTo>
                    <a:pt x="20371" y="1"/>
                  </a:moveTo>
                  <a:lnTo>
                    <a:pt x="0" y="9991"/>
                  </a:lnTo>
                  <a:lnTo>
                    <a:pt x="20371" y="9991"/>
                  </a:lnTo>
                  <a:lnTo>
                    <a:pt x="20371" y="1"/>
                  </a:lnTo>
                  <a:close/>
                </a:path>
              </a:pathLst>
            </a:custGeom>
            <a:solidFill>
              <a:srgbClr val="FFA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25"/>
            <p:cNvSpPr/>
            <p:nvPr/>
          </p:nvSpPr>
          <p:spPr>
            <a:xfrm>
              <a:off x="8536142" y="4503448"/>
              <a:ext cx="607856" cy="643356"/>
            </a:xfrm>
            <a:custGeom>
              <a:rect b="b" l="l" r="r" t="t"/>
              <a:pathLst>
                <a:path extrusionOk="0" h="20036" w="20427">
                  <a:moveTo>
                    <a:pt x="20427" y="0"/>
                  </a:moveTo>
                  <a:lnTo>
                    <a:pt x="0" y="10046"/>
                  </a:lnTo>
                  <a:lnTo>
                    <a:pt x="20427" y="2003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E806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25"/>
            <p:cNvSpPr/>
            <p:nvPr/>
          </p:nvSpPr>
          <p:spPr>
            <a:xfrm>
              <a:off x="6714243" y="4825993"/>
              <a:ext cx="607856" cy="320811"/>
            </a:xfrm>
            <a:custGeom>
              <a:rect b="b" l="l" r="r" t="t"/>
              <a:pathLst>
                <a:path extrusionOk="0" h="9991" w="20427">
                  <a:moveTo>
                    <a:pt x="20427" y="1"/>
                  </a:moveTo>
                  <a:lnTo>
                    <a:pt x="0" y="9991"/>
                  </a:lnTo>
                  <a:lnTo>
                    <a:pt x="20427" y="9991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FFFFF">
                <a:alpha val="2235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" name="Google Shape;97;p26"/>
          <p:cNvGrpSpPr/>
          <p:nvPr/>
        </p:nvGrpSpPr>
        <p:grpSpPr>
          <a:xfrm flipH="1" rot="10800000">
            <a:off x="900" y="5142411"/>
            <a:ext cx="9143992" cy="1715583"/>
            <a:chOff x="900" y="0"/>
            <a:chExt cx="9143992" cy="1286720"/>
          </a:xfrm>
        </p:grpSpPr>
        <p:sp>
          <p:nvSpPr>
            <p:cNvPr id="98" name="Google Shape;98;p26"/>
            <p:cNvSpPr/>
            <p:nvPr/>
          </p:nvSpPr>
          <p:spPr>
            <a:xfrm>
              <a:off x="4878953" y="643320"/>
              <a:ext cx="609899" cy="643388"/>
            </a:xfrm>
            <a:custGeom>
              <a:rect b="b" l="l" r="r" t="t"/>
              <a:pathLst>
                <a:path extrusionOk="0" h="20037" w="20427">
                  <a:moveTo>
                    <a:pt x="0" y="1"/>
                  </a:moveTo>
                  <a:lnTo>
                    <a:pt x="0" y="20037"/>
                  </a:lnTo>
                  <a:lnTo>
                    <a:pt x="20427" y="1004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A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26"/>
            <p:cNvSpPr/>
            <p:nvPr/>
          </p:nvSpPr>
          <p:spPr>
            <a:xfrm>
              <a:off x="5488830" y="322543"/>
              <a:ext cx="608257" cy="643388"/>
            </a:xfrm>
            <a:custGeom>
              <a:rect b="b" l="l" r="r" t="t"/>
              <a:pathLst>
                <a:path extrusionOk="0" h="20037" w="20372">
                  <a:moveTo>
                    <a:pt x="1" y="1"/>
                  </a:moveTo>
                  <a:lnTo>
                    <a:pt x="1" y="20037"/>
                  </a:lnTo>
                  <a:lnTo>
                    <a:pt x="20372" y="999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26"/>
            <p:cNvSpPr/>
            <p:nvPr/>
          </p:nvSpPr>
          <p:spPr>
            <a:xfrm>
              <a:off x="8536629" y="863"/>
              <a:ext cx="608257" cy="643388"/>
            </a:xfrm>
            <a:custGeom>
              <a:rect b="b" l="l" r="r" t="t"/>
              <a:pathLst>
                <a:path extrusionOk="0" h="20037" w="20372">
                  <a:moveTo>
                    <a:pt x="1" y="1"/>
                  </a:moveTo>
                  <a:lnTo>
                    <a:pt x="1" y="20037"/>
                  </a:lnTo>
                  <a:lnTo>
                    <a:pt x="20372" y="999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806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26"/>
            <p:cNvSpPr/>
            <p:nvPr/>
          </p:nvSpPr>
          <p:spPr>
            <a:xfrm>
              <a:off x="6706973" y="322543"/>
              <a:ext cx="609899" cy="643388"/>
            </a:xfrm>
            <a:custGeom>
              <a:rect b="b" l="l" r="r" t="t"/>
              <a:pathLst>
                <a:path extrusionOk="0" h="20037" w="20427">
                  <a:moveTo>
                    <a:pt x="0" y="1"/>
                  </a:moveTo>
                  <a:lnTo>
                    <a:pt x="0" y="20037"/>
                  </a:lnTo>
                  <a:lnTo>
                    <a:pt x="20427" y="999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26"/>
            <p:cNvSpPr/>
            <p:nvPr/>
          </p:nvSpPr>
          <p:spPr>
            <a:xfrm>
              <a:off x="4878953" y="0"/>
              <a:ext cx="609899" cy="643356"/>
            </a:xfrm>
            <a:custGeom>
              <a:rect b="b" l="l" r="r" t="t"/>
              <a:pathLst>
                <a:path extrusionOk="0" h="20036" w="20427">
                  <a:moveTo>
                    <a:pt x="0" y="0"/>
                  </a:moveTo>
                  <a:lnTo>
                    <a:pt x="0" y="20036"/>
                  </a:lnTo>
                  <a:lnTo>
                    <a:pt x="20427" y="100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A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26"/>
            <p:cNvSpPr/>
            <p:nvPr/>
          </p:nvSpPr>
          <p:spPr>
            <a:xfrm>
              <a:off x="5488830" y="0"/>
              <a:ext cx="608257" cy="322577"/>
            </a:xfrm>
            <a:custGeom>
              <a:rect b="b" l="l" r="r" t="t"/>
              <a:pathLst>
                <a:path extrusionOk="0" h="10046" w="20372">
                  <a:moveTo>
                    <a:pt x="1" y="0"/>
                  </a:moveTo>
                  <a:lnTo>
                    <a:pt x="1" y="10046"/>
                  </a:lnTo>
                  <a:lnTo>
                    <a:pt x="20372" y="0"/>
                  </a:lnTo>
                  <a:close/>
                </a:path>
              </a:pathLst>
            </a:custGeom>
            <a:solidFill>
              <a:srgbClr val="FFC800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26"/>
            <p:cNvSpPr/>
            <p:nvPr/>
          </p:nvSpPr>
          <p:spPr>
            <a:xfrm>
              <a:off x="6097065" y="0"/>
              <a:ext cx="609929" cy="643356"/>
            </a:xfrm>
            <a:custGeom>
              <a:rect b="b" l="l" r="r" t="t"/>
              <a:pathLst>
                <a:path extrusionOk="0" h="20036" w="20428">
                  <a:moveTo>
                    <a:pt x="1" y="0"/>
                  </a:moveTo>
                  <a:lnTo>
                    <a:pt x="1" y="20036"/>
                  </a:lnTo>
                  <a:lnTo>
                    <a:pt x="20427" y="1004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26"/>
            <p:cNvSpPr/>
            <p:nvPr/>
          </p:nvSpPr>
          <p:spPr>
            <a:xfrm>
              <a:off x="6706973" y="0"/>
              <a:ext cx="609899" cy="322577"/>
            </a:xfrm>
            <a:custGeom>
              <a:rect b="b" l="l" r="r" t="t"/>
              <a:pathLst>
                <a:path extrusionOk="0" h="10046" w="20427">
                  <a:moveTo>
                    <a:pt x="0" y="0"/>
                  </a:moveTo>
                  <a:lnTo>
                    <a:pt x="0" y="1004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A400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26"/>
            <p:cNvSpPr/>
            <p:nvPr/>
          </p:nvSpPr>
          <p:spPr>
            <a:xfrm>
              <a:off x="7316850" y="0"/>
              <a:ext cx="609929" cy="643356"/>
            </a:xfrm>
            <a:custGeom>
              <a:rect b="b" l="l" r="r" t="t"/>
              <a:pathLst>
                <a:path extrusionOk="0" h="20036" w="20428">
                  <a:moveTo>
                    <a:pt x="1" y="0"/>
                  </a:moveTo>
                  <a:lnTo>
                    <a:pt x="1" y="20036"/>
                  </a:lnTo>
                  <a:lnTo>
                    <a:pt x="20427" y="1004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646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26"/>
            <p:cNvSpPr/>
            <p:nvPr/>
          </p:nvSpPr>
          <p:spPr>
            <a:xfrm>
              <a:off x="4878953" y="322543"/>
              <a:ext cx="609899" cy="643388"/>
            </a:xfrm>
            <a:custGeom>
              <a:rect b="b" l="l" r="r" t="t"/>
              <a:pathLst>
                <a:path extrusionOk="0" h="20037" w="20427">
                  <a:moveTo>
                    <a:pt x="20427" y="1"/>
                  </a:moveTo>
                  <a:lnTo>
                    <a:pt x="0" y="9991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646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26"/>
            <p:cNvSpPr/>
            <p:nvPr/>
          </p:nvSpPr>
          <p:spPr>
            <a:xfrm>
              <a:off x="5488830" y="643320"/>
              <a:ext cx="608257" cy="643388"/>
            </a:xfrm>
            <a:custGeom>
              <a:rect b="b" l="l" r="r" t="t"/>
              <a:pathLst>
                <a:path extrusionOk="0" h="20037" w="20372">
                  <a:moveTo>
                    <a:pt x="20372" y="1"/>
                  </a:moveTo>
                  <a:lnTo>
                    <a:pt x="1" y="10047"/>
                  </a:lnTo>
                  <a:lnTo>
                    <a:pt x="20372" y="20037"/>
                  </a:lnTo>
                  <a:lnTo>
                    <a:pt x="20372" y="1"/>
                  </a:lnTo>
                  <a:close/>
                </a:path>
              </a:pathLst>
            </a:custGeom>
            <a:solidFill>
              <a:srgbClr val="FFC800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26"/>
            <p:cNvSpPr/>
            <p:nvPr/>
          </p:nvSpPr>
          <p:spPr>
            <a:xfrm>
              <a:off x="7926751" y="863"/>
              <a:ext cx="609899" cy="643388"/>
            </a:xfrm>
            <a:custGeom>
              <a:rect b="b" l="l" r="r" t="t"/>
              <a:pathLst>
                <a:path extrusionOk="0" h="20037" w="20427">
                  <a:moveTo>
                    <a:pt x="20427" y="1"/>
                  </a:moveTo>
                  <a:lnTo>
                    <a:pt x="0" y="9991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26"/>
            <p:cNvSpPr/>
            <p:nvPr/>
          </p:nvSpPr>
          <p:spPr>
            <a:xfrm>
              <a:off x="8536629" y="321640"/>
              <a:ext cx="608257" cy="643388"/>
            </a:xfrm>
            <a:custGeom>
              <a:rect b="b" l="l" r="r" t="t"/>
              <a:pathLst>
                <a:path extrusionOk="0" h="20037" w="20372">
                  <a:moveTo>
                    <a:pt x="20372" y="1"/>
                  </a:moveTo>
                  <a:lnTo>
                    <a:pt x="1" y="10047"/>
                  </a:lnTo>
                  <a:lnTo>
                    <a:pt x="20372" y="20037"/>
                  </a:lnTo>
                  <a:lnTo>
                    <a:pt x="20372" y="1"/>
                  </a:lnTo>
                  <a:close/>
                </a:path>
              </a:pathLst>
            </a:custGeom>
            <a:solidFill>
              <a:srgbClr val="F646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26"/>
            <p:cNvSpPr/>
            <p:nvPr/>
          </p:nvSpPr>
          <p:spPr>
            <a:xfrm>
              <a:off x="6097065" y="322543"/>
              <a:ext cx="609929" cy="643388"/>
            </a:xfrm>
            <a:custGeom>
              <a:rect b="b" l="l" r="r" t="t"/>
              <a:pathLst>
                <a:path extrusionOk="0" h="20037" w="20428">
                  <a:moveTo>
                    <a:pt x="20427" y="1"/>
                  </a:moveTo>
                  <a:lnTo>
                    <a:pt x="1" y="9991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FA400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26"/>
            <p:cNvSpPr/>
            <p:nvPr/>
          </p:nvSpPr>
          <p:spPr>
            <a:xfrm>
              <a:off x="6706962" y="643329"/>
              <a:ext cx="609929" cy="643388"/>
            </a:xfrm>
            <a:custGeom>
              <a:rect b="b" l="l" r="r" t="t"/>
              <a:pathLst>
                <a:path extrusionOk="0" h="20037" w="20428">
                  <a:moveTo>
                    <a:pt x="20427" y="1"/>
                  </a:moveTo>
                  <a:lnTo>
                    <a:pt x="1" y="9991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26"/>
            <p:cNvSpPr/>
            <p:nvPr/>
          </p:nvSpPr>
          <p:spPr>
            <a:xfrm>
              <a:off x="4878953" y="0"/>
              <a:ext cx="609899" cy="322577"/>
            </a:xfrm>
            <a:custGeom>
              <a:rect b="b" l="l" r="r" t="t"/>
              <a:pathLst>
                <a:path extrusionOk="0" h="10046" w="20427">
                  <a:moveTo>
                    <a:pt x="0" y="0"/>
                  </a:moveTo>
                  <a:lnTo>
                    <a:pt x="20427" y="1004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26"/>
            <p:cNvSpPr/>
            <p:nvPr/>
          </p:nvSpPr>
          <p:spPr>
            <a:xfrm>
              <a:off x="5488830" y="0"/>
              <a:ext cx="608257" cy="643356"/>
            </a:xfrm>
            <a:custGeom>
              <a:rect b="b" l="l" r="r" t="t"/>
              <a:pathLst>
                <a:path extrusionOk="0" h="20036" w="20372">
                  <a:moveTo>
                    <a:pt x="20372" y="0"/>
                  </a:moveTo>
                  <a:lnTo>
                    <a:pt x="1" y="10046"/>
                  </a:lnTo>
                  <a:lnTo>
                    <a:pt x="20372" y="20036"/>
                  </a:lnTo>
                  <a:lnTo>
                    <a:pt x="20372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26"/>
            <p:cNvSpPr/>
            <p:nvPr/>
          </p:nvSpPr>
          <p:spPr>
            <a:xfrm>
              <a:off x="6097065" y="0"/>
              <a:ext cx="609929" cy="322577"/>
            </a:xfrm>
            <a:custGeom>
              <a:rect b="b" l="l" r="r" t="t"/>
              <a:pathLst>
                <a:path extrusionOk="0" h="10046" w="20428">
                  <a:moveTo>
                    <a:pt x="1" y="0"/>
                  </a:moveTo>
                  <a:lnTo>
                    <a:pt x="20427" y="1004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A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26"/>
            <p:cNvSpPr/>
            <p:nvPr/>
          </p:nvSpPr>
          <p:spPr>
            <a:xfrm>
              <a:off x="8534993" y="0"/>
              <a:ext cx="609899" cy="322577"/>
            </a:xfrm>
            <a:custGeom>
              <a:rect b="b" l="l" r="r" t="t"/>
              <a:pathLst>
                <a:path extrusionOk="0" h="10046" w="20427">
                  <a:moveTo>
                    <a:pt x="0" y="0"/>
                  </a:moveTo>
                  <a:lnTo>
                    <a:pt x="20427" y="1004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A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26"/>
            <p:cNvSpPr/>
            <p:nvPr/>
          </p:nvSpPr>
          <p:spPr>
            <a:xfrm>
              <a:off x="7926757" y="0"/>
              <a:ext cx="608257" cy="322577"/>
            </a:xfrm>
            <a:custGeom>
              <a:rect b="b" l="l" r="r" t="t"/>
              <a:pathLst>
                <a:path extrusionOk="0" h="10046" w="20372">
                  <a:moveTo>
                    <a:pt x="0" y="0"/>
                  </a:moveTo>
                  <a:lnTo>
                    <a:pt x="0" y="10046"/>
                  </a:lnTo>
                  <a:lnTo>
                    <a:pt x="20371" y="0"/>
                  </a:lnTo>
                  <a:close/>
                </a:path>
              </a:pathLst>
            </a:custGeom>
            <a:solidFill>
              <a:srgbClr val="FFC800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26"/>
            <p:cNvSpPr/>
            <p:nvPr/>
          </p:nvSpPr>
          <p:spPr>
            <a:xfrm>
              <a:off x="7925909" y="321643"/>
              <a:ext cx="609899" cy="643388"/>
            </a:xfrm>
            <a:custGeom>
              <a:rect b="b" l="l" r="r" t="t"/>
              <a:pathLst>
                <a:path extrusionOk="0" h="20037" w="20427">
                  <a:moveTo>
                    <a:pt x="0" y="1"/>
                  </a:moveTo>
                  <a:lnTo>
                    <a:pt x="0" y="20037"/>
                  </a:lnTo>
                  <a:lnTo>
                    <a:pt x="20427" y="999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64646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26"/>
            <p:cNvSpPr/>
            <p:nvPr/>
          </p:nvSpPr>
          <p:spPr>
            <a:xfrm flipH="1">
              <a:off x="7316858" y="643329"/>
              <a:ext cx="609929" cy="643388"/>
            </a:xfrm>
            <a:custGeom>
              <a:rect b="b" l="l" r="r" t="t"/>
              <a:pathLst>
                <a:path extrusionOk="0" h="20037" w="20428">
                  <a:moveTo>
                    <a:pt x="20427" y="1"/>
                  </a:moveTo>
                  <a:lnTo>
                    <a:pt x="1" y="9991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26"/>
            <p:cNvSpPr/>
            <p:nvPr/>
          </p:nvSpPr>
          <p:spPr>
            <a:xfrm>
              <a:off x="900" y="643324"/>
              <a:ext cx="609899" cy="643388"/>
            </a:xfrm>
            <a:custGeom>
              <a:rect b="b" l="l" r="r" t="t"/>
              <a:pathLst>
                <a:path extrusionOk="0" h="20037" w="20427">
                  <a:moveTo>
                    <a:pt x="0" y="1"/>
                  </a:moveTo>
                  <a:lnTo>
                    <a:pt x="0" y="20037"/>
                  </a:lnTo>
                  <a:lnTo>
                    <a:pt x="20427" y="1004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A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26"/>
            <p:cNvSpPr/>
            <p:nvPr/>
          </p:nvSpPr>
          <p:spPr>
            <a:xfrm>
              <a:off x="610793" y="322545"/>
              <a:ext cx="608257" cy="643388"/>
            </a:xfrm>
            <a:custGeom>
              <a:rect b="b" l="l" r="r" t="t"/>
              <a:pathLst>
                <a:path extrusionOk="0" h="20037" w="20372">
                  <a:moveTo>
                    <a:pt x="1" y="1"/>
                  </a:moveTo>
                  <a:lnTo>
                    <a:pt x="1" y="20037"/>
                  </a:lnTo>
                  <a:lnTo>
                    <a:pt x="20372" y="999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A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26"/>
            <p:cNvSpPr/>
            <p:nvPr/>
          </p:nvSpPr>
          <p:spPr>
            <a:xfrm>
              <a:off x="3658671" y="863"/>
              <a:ext cx="608257" cy="643388"/>
            </a:xfrm>
            <a:custGeom>
              <a:rect b="b" l="l" r="r" t="t"/>
              <a:pathLst>
                <a:path extrusionOk="0" h="20037" w="20372">
                  <a:moveTo>
                    <a:pt x="1" y="1"/>
                  </a:moveTo>
                  <a:lnTo>
                    <a:pt x="1" y="20037"/>
                  </a:lnTo>
                  <a:lnTo>
                    <a:pt x="20372" y="999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646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26"/>
            <p:cNvSpPr/>
            <p:nvPr/>
          </p:nvSpPr>
          <p:spPr>
            <a:xfrm>
              <a:off x="1828968" y="322545"/>
              <a:ext cx="609899" cy="643388"/>
            </a:xfrm>
            <a:custGeom>
              <a:rect b="b" l="l" r="r" t="t"/>
              <a:pathLst>
                <a:path extrusionOk="0" h="20037" w="20427">
                  <a:moveTo>
                    <a:pt x="0" y="1"/>
                  </a:moveTo>
                  <a:lnTo>
                    <a:pt x="0" y="20037"/>
                  </a:lnTo>
                  <a:lnTo>
                    <a:pt x="20427" y="999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26"/>
            <p:cNvSpPr/>
            <p:nvPr/>
          </p:nvSpPr>
          <p:spPr>
            <a:xfrm>
              <a:off x="4266922" y="321642"/>
              <a:ext cx="609929" cy="643388"/>
            </a:xfrm>
            <a:custGeom>
              <a:rect b="b" l="l" r="r" t="t"/>
              <a:pathLst>
                <a:path extrusionOk="0" h="20037" w="20428">
                  <a:moveTo>
                    <a:pt x="1" y="1"/>
                  </a:moveTo>
                  <a:lnTo>
                    <a:pt x="1" y="20037"/>
                  </a:lnTo>
                  <a:lnTo>
                    <a:pt x="20427" y="1004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64646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26"/>
            <p:cNvSpPr/>
            <p:nvPr/>
          </p:nvSpPr>
          <p:spPr>
            <a:xfrm>
              <a:off x="900" y="0"/>
              <a:ext cx="609899" cy="643356"/>
            </a:xfrm>
            <a:custGeom>
              <a:rect b="b" l="l" r="r" t="t"/>
              <a:pathLst>
                <a:path extrusionOk="0" h="20036" w="20427">
                  <a:moveTo>
                    <a:pt x="0" y="0"/>
                  </a:moveTo>
                  <a:lnTo>
                    <a:pt x="0" y="20036"/>
                  </a:lnTo>
                  <a:lnTo>
                    <a:pt x="20427" y="100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61C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26"/>
            <p:cNvSpPr/>
            <p:nvPr/>
          </p:nvSpPr>
          <p:spPr>
            <a:xfrm>
              <a:off x="610793" y="0"/>
              <a:ext cx="608257" cy="322577"/>
            </a:xfrm>
            <a:custGeom>
              <a:rect b="b" l="l" r="r" t="t"/>
              <a:pathLst>
                <a:path extrusionOk="0" h="10046" w="20372">
                  <a:moveTo>
                    <a:pt x="1" y="0"/>
                  </a:moveTo>
                  <a:lnTo>
                    <a:pt x="1" y="10046"/>
                  </a:lnTo>
                  <a:lnTo>
                    <a:pt x="20372" y="0"/>
                  </a:lnTo>
                  <a:close/>
                </a:path>
              </a:pathLst>
            </a:custGeom>
            <a:solidFill>
              <a:srgbClr val="FFC800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26"/>
            <p:cNvSpPr/>
            <p:nvPr/>
          </p:nvSpPr>
          <p:spPr>
            <a:xfrm>
              <a:off x="1219044" y="0"/>
              <a:ext cx="609929" cy="643356"/>
            </a:xfrm>
            <a:custGeom>
              <a:rect b="b" l="l" r="r" t="t"/>
              <a:pathLst>
                <a:path extrusionOk="0" h="20036" w="20428">
                  <a:moveTo>
                    <a:pt x="1" y="0"/>
                  </a:moveTo>
                  <a:lnTo>
                    <a:pt x="1" y="20036"/>
                  </a:lnTo>
                  <a:lnTo>
                    <a:pt x="20427" y="1004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646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26"/>
            <p:cNvSpPr/>
            <p:nvPr/>
          </p:nvSpPr>
          <p:spPr>
            <a:xfrm>
              <a:off x="1828968" y="0"/>
              <a:ext cx="609899" cy="322577"/>
            </a:xfrm>
            <a:custGeom>
              <a:rect b="b" l="l" r="r" t="t"/>
              <a:pathLst>
                <a:path extrusionOk="0" h="10046" w="20427">
                  <a:moveTo>
                    <a:pt x="0" y="0"/>
                  </a:moveTo>
                  <a:lnTo>
                    <a:pt x="0" y="1004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A400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26"/>
            <p:cNvSpPr/>
            <p:nvPr/>
          </p:nvSpPr>
          <p:spPr>
            <a:xfrm>
              <a:off x="2438861" y="0"/>
              <a:ext cx="609929" cy="643356"/>
            </a:xfrm>
            <a:custGeom>
              <a:rect b="b" l="l" r="r" t="t"/>
              <a:pathLst>
                <a:path extrusionOk="0" h="20036" w="20428">
                  <a:moveTo>
                    <a:pt x="1" y="0"/>
                  </a:moveTo>
                  <a:lnTo>
                    <a:pt x="1" y="20036"/>
                  </a:lnTo>
                  <a:lnTo>
                    <a:pt x="20427" y="1004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646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26"/>
            <p:cNvSpPr/>
            <p:nvPr/>
          </p:nvSpPr>
          <p:spPr>
            <a:xfrm>
              <a:off x="900" y="322545"/>
              <a:ext cx="609899" cy="643388"/>
            </a:xfrm>
            <a:custGeom>
              <a:rect b="b" l="l" r="r" t="t"/>
              <a:pathLst>
                <a:path extrusionOk="0" h="20037" w="20427">
                  <a:moveTo>
                    <a:pt x="20427" y="1"/>
                  </a:moveTo>
                  <a:lnTo>
                    <a:pt x="0" y="9991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E806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26"/>
            <p:cNvSpPr/>
            <p:nvPr/>
          </p:nvSpPr>
          <p:spPr>
            <a:xfrm>
              <a:off x="610793" y="643324"/>
              <a:ext cx="608257" cy="643388"/>
            </a:xfrm>
            <a:custGeom>
              <a:rect b="b" l="l" r="r" t="t"/>
              <a:pathLst>
                <a:path extrusionOk="0" h="20037" w="20372">
                  <a:moveTo>
                    <a:pt x="20372" y="1"/>
                  </a:moveTo>
                  <a:lnTo>
                    <a:pt x="1" y="10047"/>
                  </a:lnTo>
                  <a:lnTo>
                    <a:pt x="20372" y="20037"/>
                  </a:lnTo>
                  <a:lnTo>
                    <a:pt x="20372" y="1"/>
                  </a:lnTo>
                  <a:close/>
                </a:path>
              </a:pathLst>
            </a:custGeom>
            <a:solidFill>
              <a:srgbClr val="FFC800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26"/>
            <p:cNvSpPr/>
            <p:nvPr/>
          </p:nvSpPr>
          <p:spPr>
            <a:xfrm>
              <a:off x="3048778" y="863"/>
              <a:ext cx="609899" cy="643388"/>
            </a:xfrm>
            <a:custGeom>
              <a:rect b="b" l="l" r="r" t="t"/>
              <a:pathLst>
                <a:path extrusionOk="0" h="20037" w="20427">
                  <a:moveTo>
                    <a:pt x="20427" y="1"/>
                  </a:moveTo>
                  <a:lnTo>
                    <a:pt x="0" y="9991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26"/>
            <p:cNvSpPr/>
            <p:nvPr/>
          </p:nvSpPr>
          <p:spPr>
            <a:xfrm>
              <a:off x="3658671" y="321642"/>
              <a:ext cx="608257" cy="643388"/>
            </a:xfrm>
            <a:custGeom>
              <a:rect b="b" l="l" r="r" t="t"/>
              <a:pathLst>
                <a:path extrusionOk="0" h="20037" w="20372">
                  <a:moveTo>
                    <a:pt x="20372" y="1"/>
                  </a:moveTo>
                  <a:lnTo>
                    <a:pt x="1" y="10047"/>
                  </a:lnTo>
                  <a:lnTo>
                    <a:pt x="20372" y="20037"/>
                  </a:lnTo>
                  <a:lnTo>
                    <a:pt x="20372" y="1"/>
                  </a:lnTo>
                  <a:close/>
                </a:path>
              </a:pathLst>
            </a:custGeom>
            <a:solidFill>
              <a:srgbClr val="FFA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26"/>
            <p:cNvSpPr/>
            <p:nvPr/>
          </p:nvSpPr>
          <p:spPr>
            <a:xfrm>
              <a:off x="1219044" y="322545"/>
              <a:ext cx="609929" cy="643388"/>
            </a:xfrm>
            <a:custGeom>
              <a:rect b="b" l="l" r="r" t="t"/>
              <a:pathLst>
                <a:path extrusionOk="0" h="20037" w="20428">
                  <a:moveTo>
                    <a:pt x="20427" y="1"/>
                  </a:moveTo>
                  <a:lnTo>
                    <a:pt x="1" y="9991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FC800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26"/>
            <p:cNvSpPr/>
            <p:nvPr/>
          </p:nvSpPr>
          <p:spPr>
            <a:xfrm>
              <a:off x="4266922" y="863"/>
              <a:ext cx="609929" cy="643388"/>
            </a:xfrm>
            <a:custGeom>
              <a:rect b="b" l="l" r="r" t="t"/>
              <a:pathLst>
                <a:path extrusionOk="0" h="20037" w="20428">
                  <a:moveTo>
                    <a:pt x="20427" y="1"/>
                  </a:moveTo>
                  <a:lnTo>
                    <a:pt x="1" y="9991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FA400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26"/>
            <p:cNvSpPr/>
            <p:nvPr/>
          </p:nvSpPr>
          <p:spPr>
            <a:xfrm>
              <a:off x="900" y="0"/>
              <a:ext cx="609899" cy="322577"/>
            </a:xfrm>
            <a:custGeom>
              <a:rect b="b" l="l" r="r" t="t"/>
              <a:pathLst>
                <a:path extrusionOk="0" h="10046" w="20427">
                  <a:moveTo>
                    <a:pt x="0" y="0"/>
                  </a:moveTo>
                  <a:lnTo>
                    <a:pt x="20427" y="1004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A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26"/>
            <p:cNvSpPr/>
            <p:nvPr/>
          </p:nvSpPr>
          <p:spPr>
            <a:xfrm>
              <a:off x="610793" y="0"/>
              <a:ext cx="608257" cy="643356"/>
            </a:xfrm>
            <a:custGeom>
              <a:rect b="b" l="l" r="r" t="t"/>
              <a:pathLst>
                <a:path extrusionOk="0" h="20036" w="20372">
                  <a:moveTo>
                    <a:pt x="20372" y="0"/>
                  </a:moveTo>
                  <a:lnTo>
                    <a:pt x="1" y="10046"/>
                  </a:lnTo>
                  <a:lnTo>
                    <a:pt x="20372" y="20036"/>
                  </a:lnTo>
                  <a:lnTo>
                    <a:pt x="20372" y="0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26"/>
            <p:cNvSpPr/>
            <p:nvPr/>
          </p:nvSpPr>
          <p:spPr>
            <a:xfrm>
              <a:off x="1219044" y="0"/>
              <a:ext cx="609929" cy="322577"/>
            </a:xfrm>
            <a:custGeom>
              <a:rect b="b" l="l" r="r" t="t"/>
              <a:pathLst>
                <a:path extrusionOk="0" h="10046" w="20428">
                  <a:moveTo>
                    <a:pt x="1" y="0"/>
                  </a:moveTo>
                  <a:lnTo>
                    <a:pt x="20427" y="1004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E806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26"/>
            <p:cNvSpPr/>
            <p:nvPr/>
          </p:nvSpPr>
          <p:spPr>
            <a:xfrm>
              <a:off x="4266958" y="0"/>
              <a:ext cx="609899" cy="322577"/>
            </a:xfrm>
            <a:custGeom>
              <a:rect b="b" l="l" r="r" t="t"/>
              <a:pathLst>
                <a:path extrusionOk="0" h="10046" w="20427">
                  <a:moveTo>
                    <a:pt x="0" y="0"/>
                  </a:moveTo>
                  <a:lnTo>
                    <a:pt x="0" y="1004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26"/>
            <p:cNvSpPr/>
            <p:nvPr/>
          </p:nvSpPr>
          <p:spPr>
            <a:xfrm>
              <a:off x="3657035" y="0"/>
              <a:ext cx="609899" cy="322577"/>
            </a:xfrm>
            <a:custGeom>
              <a:rect b="b" l="l" r="r" t="t"/>
              <a:pathLst>
                <a:path extrusionOk="0" h="10046" w="20427">
                  <a:moveTo>
                    <a:pt x="0" y="0"/>
                  </a:moveTo>
                  <a:lnTo>
                    <a:pt x="20427" y="1004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A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26"/>
            <p:cNvSpPr/>
            <p:nvPr/>
          </p:nvSpPr>
          <p:spPr>
            <a:xfrm>
              <a:off x="3048784" y="0"/>
              <a:ext cx="608257" cy="322577"/>
            </a:xfrm>
            <a:custGeom>
              <a:rect b="b" l="l" r="r" t="t"/>
              <a:pathLst>
                <a:path extrusionOk="0" h="10046" w="20372">
                  <a:moveTo>
                    <a:pt x="0" y="0"/>
                  </a:moveTo>
                  <a:lnTo>
                    <a:pt x="0" y="10046"/>
                  </a:lnTo>
                  <a:lnTo>
                    <a:pt x="20371" y="0"/>
                  </a:lnTo>
                  <a:close/>
                </a:path>
              </a:pathLst>
            </a:custGeom>
            <a:solidFill>
              <a:srgbClr val="FFC800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26"/>
            <p:cNvSpPr/>
            <p:nvPr/>
          </p:nvSpPr>
          <p:spPr>
            <a:xfrm>
              <a:off x="2438861" y="0"/>
              <a:ext cx="609929" cy="322577"/>
            </a:xfrm>
            <a:custGeom>
              <a:rect b="b" l="l" r="r" t="t"/>
              <a:pathLst>
                <a:path extrusionOk="0" h="10046" w="20428">
                  <a:moveTo>
                    <a:pt x="1" y="0"/>
                  </a:moveTo>
                  <a:lnTo>
                    <a:pt x="20427" y="1004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A61C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26"/>
            <p:cNvSpPr/>
            <p:nvPr/>
          </p:nvSpPr>
          <p:spPr>
            <a:xfrm>
              <a:off x="3047936" y="321645"/>
              <a:ext cx="609899" cy="643388"/>
            </a:xfrm>
            <a:custGeom>
              <a:rect b="b" l="l" r="r" t="t"/>
              <a:pathLst>
                <a:path extrusionOk="0" h="20037" w="20427">
                  <a:moveTo>
                    <a:pt x="0" y="1"/>
                  </a:moveTo>
                  <a:lnTo>
                    <a:pt x="0" y="20037"/>
                  </a:lnTo>
                  <a:lnTo>
                    <a:pt x="20427" y="999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C800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26"/>
            <p:cNvSpPr/>
            <p:nvPr/>
          </p:nvSpPr>
          <p:spPr>
            <a:xfrm flipH="1">
              <a:off x="3658935" y="643332"/>
              <a:ext cx="609929" cy="643388"/>
            </a:xfrm>
            <a:custGeom>
              <a:rect b="b" l="l" r="r" t="t"/>
              <a:pathLst>
                <a:path extrusionOk="0" h="20037" w="20428">
                  <a:moveTo>
                    <a:pt x="20427" y="1"/>
                  </a:moveTo>
                  <a:lnTo>
                    <a:pt x="1" y="9991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26"/>
            <p:cNvSpPr/>
            <p:nvPr/>
          </p:nvSpPr>
          <p:spPr>
            <a:xfrm flipH="1">
              <a:off x="1219312" y="643329"/>
              <a:ext cx="609929" cy="643388"/>
            </a:xfrm>
            <a:custGeom>
              <a:rect b="b" l="l" r="r" t="t"/>
              <a:pathLst>
                <a:path extrusionOk="0" h="20037" w="20428">
                  <a:moveTo>
                    <a:pt x="20427" y="1"/>
                  </a:moveTo>
                  <a:lnTo>
                    <a:pt x="1" y="9991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6" name="Google Shape;146;p26"/>
          <p:cNvSpPr txBox="1"/>
          <p:nvPr>
            <p:ph type="title"/>
          </p:nvPr>
        </p:nvSpPr>
        <p:spPr>
          <a:xfrm>
            <a:off x="0" y="0"/>
            <a:ext cx="9144000" cy="928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47" name="Google Shape;147;p26"/>
          <p:cNvSpPr txBox="1"/>
          <p:nvPr>
            <p:ph idx="12" type="sldNum"/>
          </p:nvPr>
        </p:nvSpPr>
        <p:spPr>
          <a:xfrm>
            <a:off x="8556784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TITLE_1_1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" name="Google Shape;149;p27"/>
          <p:cNvGrpSpPr/>
          <p:nvPr/>
        </p:nvGrpSpPr>
        <p:grpSpPr>
          <a:xfrm>
            <a:off x="900" y="0"/>
            <a:ext cx="9143992" cy="3419630"/>
            <a:chOff x="900" y="0"/>
            <a:chExt cx="9143992" cy="2564787"/>
          </a:xfrm>
        </p:grpSpPr>
        <p:sp>
          <p:nvSpPr>
            <p:cNvPr id="150" name="Google Shape;150;p27"/>
            <p:cNvSpPr/>
            <p:nvPr/>
          </p:nvSpPr>
          <p:spPr>
            <a:xfrm flipH="1">
              <a:off x="1219296" y="1278075"/>
              <a:ext cx="1214076" cy="1286712"/>
            </a:xfrm>
            <a:custGeom>
              <a:rect b="b" l="l" r="r" t="t"/>
              <a:pathLst>
                <a:path extrusionOk="0" h="40072" w="40799">
                  <a:moveTo>
                    <a:pt x="40798" y="0"/>
                  </a:moveTo>
                  <a:lnTo>
                    <a:pt x="1" y="20036"/>
                  </a:lnTo>
                  <a:lnTo>
                    <a:pt x="40798" y="40072"/>
                  </a:lnTo>
                  <a:lnTo>
                    <a:pt x="40798" y="0"/>
                  </a:lnTo>
                  <a:close/>
                </a:path>
              </a:pathLst>
            </a:custGeom>
            <a:solidFill>
              <a:srgbClr val="F646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27"/>
            <p:cNvSpPr/>
            <p:nvPr/>
          </p:nvSpPr>
          <p:spPr>
            <a:xfrm>
              <a:off x="4878953" y="643320"/>
              <a:ext cx="609899" cy="643388"/>
            </a:xfrm>
            <a:custGeom>
              <a:rect b="b" l="l" r="r" t="t"/>
              <a:pathLst>
                <a:path extrusionOk="0" h="20037" w="20427">
                  <a:moveTo>
                    <a:pt x="0" y="1"/>
                  </a:moveTo>
                  <a:lnTo>
                    <a:pt x="0" y="20037"/>
                  </a:lnTo>
                  <a:lnTo>
                    <a:pt x="20427" y="1004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A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27"/>
            <p:cNvSpPr/>
            <p:nvPr/>
          </p:nvSpPr>
          <p:spPr>
            <a:xfrm>
              <a:off x="5488830" y="322543"/>
              <a:ext cx="608257" cy="643388"/>
            </a:xfrm>
            <a:custGeom>
              <a:rect b="b" l="l" r="r" t="t"/>
              <a:pathLst>
                <a:path extrusionOk="0" h="20037" w="20372">
                  <a:moveTo>
                    <a:pt x="1" y="1"/>
                  </a:moveTo>
                  <a:lnTo>
                    <a:pt x="1" y="20037"/>
                  </a:lnTo>
                  <a:lnTo>
                    <a:pt x="20372" y="999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646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27"/>
            <p:cNvSpPr/>
            <p:nvPr/>
          </p:nvSpPr>
          <p:spPr>
            <a:xfrm>
              <a:off x="8536629" y="863"/>
              <a:ext cx="608257" cy="643388"/>
            </a:xfrm>
            <a:custGeom>
              <a:rect b="b" l="l" r="r" t="t"/>
              <a:pathLst>
                <a:path extrusionOk="0" h="20037" w="20372">
                  <a:moveTo>
                    <a:pt x="1" y="1"/>
                  </a:moveTo>
                  <a:lnTo>
                    <a:pt x="1" y="20037"/>
                  </a:lnTo>
                  <a:lnTo>
                    <a:pt x="20372" y="999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27"/>
            <p:cNvSpPr/>
            <p:nvPr/>
          </p:nvSpPr>
          <p:spPr>
            <a:xfrm>
              <a:off x="6706973" y="322543"/>
              <a:ext cx="609899" cy="643388"/>
            </a:xfrm>
            <a:custGeom>
              <a:rect b="b" l="l" r="r" t="t"/>
              <a:pathLst>
                <a:path extrusionOk="0" h="20037" w="20427">
                  <a:moveTo>
                    <a:pt x="0" y="1"/>
                  </a:moveTo>
                  <a:lnTo>
                    <a:pt x="0" y="20037"/>
                  </a:lnTo>
                  <a:lnTo>
                    <a:pt x="20427" y="999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27"/>
            <p:cNvSpPr/>
            <p:nvPr/>
          </p:nvSpPr>
          <p:spPr>
            <a:xfrm>
              <a:off x="4878953" y="0"/>
              <a:ext cx="609899" cy="643356"/>
            </a:xfrm>
            <a:custGeom>
              <a:rect b="b" l="l" r="r" t="t"/>
              <a:pathLst>
                <a:path extrusionOk="0" h="20036" w="20427">
                  <a:moveTo>
                    <a:pt x="0" y="0"/>
                  </a:moveTo>
                  <a:lnTo>
                    <a:pt x="0" y="20036"/>
                  </a:lnTo>
                  <a:lnTo>
                    <a:pt x="20427" y="100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A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27"/>
            <p:cNvSpPr/>
            <p:nvPr/>
          </p:nvSpPr>
          <p:spPr>
            <a:xfrm>
              <a:off x="5488830" y="0"/>
              <a:ext cx="608257" cy="322577"/>
            </a:xfrm>
            <a:custGeom>
              <a:rect b="b" l="l" r="r" t="t"/>
              <a:pathLst>
                <a:path extrusionOk="0" h="10046" w="20372">
                  <a:moveTo>
                    <a:pt x="1" y="0"/>
                  </a:moveTo>
                  <a:lnTo>
                    <a:pt x="1" y="10046"/>
                  </a:lnTo>
                  <a:lnTo>
                    <a:pt x="20372" y="0"/>
                  </a:lnTo>
                  <a:close/>
                </a:path>
              </a:pathLst>
            </a:custGeom>
            <a:solidFill>
              <a:srgbClr val="FFC800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27"/>
            <p:cNvSpPr/>
            <p:nvPr/>
          </p:nvSpPr>
          <p:spPr>
            <a:xfrm>
              <a:off x="6097065" y="0"/>
              <a:ext cx="609929" cy="643356"/>
            </a:xfrm>
            <a:custGeom>
              <a:rect b="b" l="l" r="r" t="t"/>
              <a:pathLst>
                <a:path extrusionOk="0" h="20036" w="20428">
                  <a:moveTo>
                    <a:pt x="1" y="0"/>
                  </a:moveTo>
                  <a:lnTo>
                    <a:pt x="1" y="20036"/>
                  </a:lnTo>
                  <a:lnTo>
                    <a:pt x="20427" y="1004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646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27"/>
            <p:cNvSpPr/>
            <p:nvPr/>
          </p:nvSpPr>
          <p:spPr>
            <a:xfrm>
              <a:off x="6706973" y="0"/>
              <a:ext cx="609899" cy="322577"/>
            </a:xfrm>
            <a:custGeom>
              <a:rect b="b" l="l" r="r" t="t"/>
              <a:pathLst>
                <a:path extrusionOk="0" h="10046" w="20427">
                  <a:moveTo>
                    <a:pt x="0" y="0"/>
                  </a:moveTo>
                  <a:lnTo>
                    <a:pt x="0" y="1004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A400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27"/>
            <p:cNvSpPr/>
            <p:nvPr/>
          </p:nvSpPr>
          <p:spPr>
            <a:xfrm>
              <a:off x="7316850" y="0"/>
              <a:ext cx="609929" cy="643356"/>
            </a:xfrm>
            <a:custGeom>
              <a:rect b="b" l="l" r="r" t="t"/>
              <a:pathLst>
                <a:path extrusionOk="0" h="20036" w="20428">
                  <a:moveTo>
                    <a:pt x="1" y="0"/>
                  </a:moveTo>
                  <a:lnTo>
                    <a:pt x="1" y="20036"/>
                  </a:lnTo>
                  <a:lnTo>
                    <a:pt x="20427" y="1004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646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27"/>
            <p:cNvSpPr/>
            <p:nvPr/>
          </p:nvSpPr>
          <p:spPr>
            <a:xfrm>
              <a:off x="4878953" y="322543"/>
              <a:ext cx="609899" cy="643388"/>
            </a:xfrm>
            <a:custGeom>
              <a:rect b="b" l="l" r="r" t="t"/>
              <a:pathLst>
                <a:path extrusionOk="0" h="20037" w="20427">
                  <a:moveTo>
                    <a:pt x="20427" y="1"/>
                  </a:moveTo>
                  <a:lnTo>
                    <a:pt x="0" y="9991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27"/>
            <p:cNvSpPr/>
            <p:nvPr/>
          </p:nvSpPr>
          <p:spPr>
            <a:xfrm>
              <a:off x="5488830" y="643320"/>
              <a:ext cx="608257" cy="643388"/>
            </a:xfrm>
            <a:custGeom>
              <a:rect b="b" l="l" r="r" t="t"/>
              <a:pathLst>
                <a:path extrusionOk="0" h="20037" w="20372">
                  <a:moveTo>
                    <a:pt x="20372" y="1"/>
                  </a:moveTo>
                  <a:lnTo>
                    <a:pt x="1" y="10047"/>
                  </a:lnTo>
                  <a:lnTo>
                    <a:pt x="20372" y="20037"/>
                  </a:lnTo>
                  <a:lnTo>
                    <a:pt x="20372" y="1"/>
                  </a:lnTo>
                  <a:close/>
                </a:path>
              </a:pathLst>
            </a:custGeom>
            <a:solidFill>
              <a:srgbClr val="FFC800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27"/>
            <p:cNvSpPr/>
            <p:nvPr/>
          </p:nvSpPr>
          <p:spPr>
            <a:xfrm>
              <a:off x="7926751" y="863"/>
              <a:ext cx="609899" cy="643388"/>
            </a:xfrm>
            <a:custGeom>
              <a:rect b="b" l="l" r="r" t="t"/>
              <a:pathLst>
                <a:path extrusionOk="0" h="20037" w="20427">
                  <a:moveTo>
                    <a:pt x="20427" y="1"/>
                  </a:moveTo>
                  <a:lnTo>
                    <a:pt x="0" y="9991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27"/>
            <p:cNvSpPr/>
            <p:nvPr/>
          </p:nvSpPr>
          <p:spPr>
            <a:xfrm>
              <a:off x="8536629" y="321640"/>
              <a:ext cx="608257" cy="643388"/>
            </a:xfrm>
            <a:custGeom>
              <a:rect b="b" l="l" r="r" t="t"/>
              <a:pathLst>
                <a:path extrusionOk="0" h="20037" w="20372">
                  <a:moveTo>
                    <a:pt x="20372" y="1"/>
                  </a:moveTo>
                  <a:lnTo>
                    <a:pt x="1" y="10047"/>
                  </a:lnTo>
                  <a:lnTo>
                    <a:pt x="20372" y="20037"/>
                  </a:lnTo>
                  <a:lnTo>
                    <a:pt x="20372" y="1"/>
                  </a:lnTo>
                  <a:close/>
                </a:path>
              </a:pathLst>
            </a:custGeom>
            <a:solidFill>
              <a:srgbClr val="F646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27"/>
            <p:cNvSpPr/>
            <p:nvPr/>
          </p:nvSpPr>
          <p:spPr>
            <a:xfrm>
              <a:off x="6097065" y="322543"/>
              <a:ext cx="609929" cy="643388"/>
            </a:xfrm>
            <a:custGeom>
              <a:rect b="b" l="l" r="r" t="t"/>
              <a:pathLst>
                <a:path extrusionOk="0" h="20037" w="20428">
                  <a:moveTo>
                    <a:pt x="20427" y="1"/>
                  </a:moveTo>
                  <a:lnTo>
                    <a:pt x="1" y="9991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FA400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27"/>
            <p:cNvSpPr/>
            <p:nvPr/>
          </p:nvSpPr>
          <p:spPr>
            <a:xfrm>
              <a:off x="6706962" y="643329"/>
              <a:ext cx="609929" cy="643388"/>
            </a:xfrm>
            <a:custGeom>
              <a:rect b="b" l="l" r="r" t="t"/>
              <a:pathLst>
                <a:path extrusionOk="0" h="20037" w="20428">
                  <a:moveTo>
                    <a:pt x="20427" y="1"/>
                  </a:moveTo>
                  <a:lnTo>
                    <a:pt x="1" y="9991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27"/>
            <p:cNvSpPr/>
            <p:nvPr/>
          </p:nvSpPr>
          <p:spPr>
            <a:xfrm>
              <a:off x="4878953" y="0"/>
              <a:ext cx="609899" cy="322577"/>
            </a:xfrm>
            <a:custGeom>
              <a:rect b="b" l="l" r="r" t="t"/>
              <a:pathLst>
                <a:path extrusionOk="0" h="10046" w="20427">
                  <a:moveTo>
                    <a:pt x="0" y="0"/>
                  </a:moveTo>
                  <a:lnTo>
                    <a:pt x="20427" y="1004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27"/>
            <p:cNvSpPr/>
            <p:nvPr/>
          </p:nvSpPr>
          <p:spPr>
            <a:xfrm>
              <a:off x="5488830" y="0"/>
              <a:ext cx="608257" cy="643356"/>
            </a:xfrm>
            <a:custGeom>
              <a:rect b="b" l="l" r="r" t="t"/>
              <a:pathLst>
                <a:path extrusionOk="0" h="20036" w="20372">
                  <a:moveTo>
                    <a:pt x="20372" y="0"/>
                  </a:moveTo>
                  <a:lnTo>
                    <a:pt x="1" y="10046"/>
                  </a:lnTo>
                  <a:lnTo>
                    <a:pt x="20372" y="20036"/>
                  </a:lnTo>
                  <a:lnTo>
                    <a:pt x="20372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27"/>
            <p:cNvSpPr/>
            <p:nvPr/>
          </p:nvSpPr>
          <p:spPr>
            <a:xfrm>
              <a:off x="6097065" y="0"/>
              <a:ext cx="609929" cy="322577"/>
            </a:xfrm>
            <a:custGeom>
              <a:rect b="b" l="l" r="r" t="t"/>
              <a:pathLst>
                <a:path extrusionOk="0" h="10046" w="20428">
                  <a:moveTo>
                    <a:pt x="1" y="0"/>
                  </a:moveTo>
                  <a:lnTo>
                    <a:pt x="20427" y="1004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A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27"/>
            <p:cNvSpPr/>
            <p:nvPr/>
          </p:nvSpPr>
          <p:spPr>
            <a:xfrm>
              <a:off x="8534993" y="0"/>
              <a:ext cx="609899" cy="322577"/>
            </a:xfrm>
            <a:custGeom>
              <a:rect b="b" l="l" r="r" t="t"/>
              <a:pathLst>
                <a:path extrusionOk="0" h="10046" w="20427">
                  <a:moveTo>
                    <a:pt x="0" y="0"/>
                  </a:moveTo>
                  <a:lnTo>
                    <a:pt x="20427" y="1004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A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27"/>
            <p:cNvSpPr/>
            <p:nvPr/>
          </p:nvSpPr>
          <p:spPr>
            <a:xfrm>
              <a:off x="7926757" y="0"/>
              <a:ext cx="608257" cy="322577"/>
            </a:xfrm>
            <a:custGeom>
              <a:rect b="b" l="l" r="r" t="t"/>
              <a:pathLst>
                <a:path extrusionOk="0" h="10046" w="20372">
                  <a:moveTo>
                    <a:pt x="0" y="0"/>
                  </a:moveTo>
                  <a:lnTo>
                    <a:pt x="0" y="10046"/>
                  </a:lnTo>
                  <a:lnTo>
                    <a:pt x="20371" y="0"/>
                  </a:lnTo>
                  <a:close/>
                </a:path>
              </a:pathLst>
            </a:custGeom>
            <a:solidFill>
              <a:srgbClr val="FFC800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27"/>
            <p:cNvSpPr/>
            <p:nvPr/>
          </p:nvSpPr>
          <p:spPr>
            <a:xfrm>
              <a:off x="7925909" y="321643"/>
              <a:ext cx="609899" cy="643388"/>
            </a:xfrm>
            <a:custGeom>
              <a:rect b="b" l="l" r="r" t="t"/>
              <a:pathLst>
                <a:path extrusionOk="0" h="20037" w="20427">
                  <a:moveTo>
                    <a:pt x="0" y="1"/>
                  </a:moveTo>
                  <a:lnTo>
                    <a:pt x="0" y="20037"/>
                  </a:lnTo>
                  <a:lnTo>
                    <a:pt x="20427" y="999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64646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27"/>
            <p:cNvSpPr/>
            <p:nvPr/>
          </p:nvSpPr>
          <p:spPr>
            <a:xfrm flipH="1">
              <a:off x="7316858" y="643329"/>
              <a:ext cx="609929" cy="643388"/>
            </a:xfrm>
            <a:custGeom>
              <a:rect b="b" l="l" r="r" t="t"/>
              <a:pathLst>
                <a:path extrusionOk="0" h="20037" w="20428">
                  <a:moveTo>
                    <a:pt x="20427" y="1"/>
                  </a:moveTo>
                  <a:lnTo>
                    <a:pt x="1" y="9991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27"/>
            <p:cNvSpPr/>
            <p:nvPr/>
          </p:nvSpPr>
          <p:spPr>
            <a:xfrm>
              <a:off x="900" y="643324"/>
              <a:ext cx="609899" cy="643388"/>
            </a:xfrm>
            <a:custGeom>
              <a:rect b="b" l="l" r="r" t="t"/>
              <a:pathLst>
                <a:path extrusionOk="0" h="20037" w="20427">
                  <a:moveTo>
                    <a:pt x="0" y="1"/>
                  </a:moveTo>
                  <a:lnTo>
                    <a:pt x="0" y="20037"/>
                  </a:lnTo>
                  <a:lnTo>
                    <a:pt x="20427" y="1004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A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27"/>
            <p:cNvSpPr/>
            <p:nvPr/>
          </p:nvSpPr>
          <p:spPr>
            <a:xfrm>
              <a:off x="610793" y="322545"/>
              <a:ext cx="608257" cy="643388"/>
            </a:xfrm>
            <a:custGeom>
              <a:rect b="b" l="l" r="r" t="t"/>
              <a:pathLst>
                <a:path extrusionOk="0" h="20037" w="20372">
                  <a:moveTo>
                    <a:pt x="1" y="1"/>
                  </a:moveTo>
                  <a:lnTo>
                    <a:pt x="1" y="20037"/>
                  </a:lnTo>
                  <a:lnTo>
                    <a:pt x="20372" y="999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A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27"/>
            <p:cNvSpPr/>
            <p:nvPr/>
          </p:nvSpPr>
          <p:spPr>
            <a:xfrm>
              <a:off x="3658671" y="863"/>
              <a:ext cx="608257" cy="643388"/>
            </a:xfrm>
            <a:custGeom>
              <a:rect b="b" l="l" r="r" t="t"/>
              <a:pathLst>
                <a:path extrusionOk="0" h="20037" w="20372">
                  <a:moveTo>
                    <a:pt x="1" y="1"/>
                  </a:moveTo>
                  <a:lnTo>
                    <a:pt x="1" y="20037"/>
                  </a:lnTo>
                  <a:lnTo>
                    <a:pt x="20372" y="999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646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27"/>
            <p:cNvSpPr/>
            <p:nvPr/>
          </p:nvSpPr>
          <p:spPr>
            <a:xfrm>
              <a:off x="1828968" y="322545"/>
              <a:ext cx="609899" cy="643388"/>
            </a:xfrm>
            <a:custGeom>
              <a:rect b="b" l="l" r="r" t="t"/>
              <a:pathLst>
                <a:path extrusionOk="0" h="20037" w="20427">
                  <a:moveTo>
                    <a:pt x="0" y="1"/>
                  </a:moveTo>
                  <a:lnTo>
                    <a:pt x="0" y="20037"/>
                  </a:lnTo>
                  <a:lnTo>
                    <a:pt x="20427" y="999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27"/>
            <p:cNvSpPr/>
            <p:nvPr/>
          </p:nvSpPr>
          <p:spPr>
            <a:xfrm>
              <a:off x="4266922" y="321642"/>
              <a:ext cx="609929" cy="643388"/>
            </a:xfrm>
            <a:custGeom>
              <a:rect b="b" l="l" r="r" t="t"/>
              <a:pathLst>
                <a:path extrusionOk="0" h="20037" w="20428">
                  <a:moveTo>
                    <a:pt x="1" y="1"/>
                  </a:moveTo>
                  <a:lnTo>
                    <a:pt x="1" y="20037"/>
                  </a:lnTo>
                  <a:lnTo>
                    <a:pt x="20427" y="1004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64646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27"/>
            <p:cNvSpPr/>
            <p:nvPr/>
          </p:nvSpPr>
          <p:spPr>
            <a:xfrm>
              <a:off x="900" y="0"/>
              <a:ext cx="609899" cy="643356"/>
            </a:xfrm>
            <a:custGeom>
              <a:rect b="b" l="l" r="r" t="t"/>
              <a:pathLst>
                <a:path extrusionOk="0" h="20036" w="20427">
                  <a:moveTo>
                    <a:pt x="0" y="0"/>
                  </a:moveTo>
                  <a:lnTo>
                    <a:pt x="0" y="20036"/>
                  </a:lnTo>
                  <a:lnTo>
                    <a:pt x="20427" y="100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61C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27"/>
            <p:cNvSpPr/>
            <p:nvPr/>
          </p:nvSpPr>
          <p:spPr>
            <a:xfrm>
              <a:off x="610793" y="0"/>
              <a:ext cx="608257" cy="322577"/>
            </a:xfrm>
            <a:custGeom>
              <a:rect b="b" l="l" r="r" t="t"/>
              <a:pathLst>
                <a:path extrusionOk="0" h="10046" w="20372">
                  <a:moveTo>
                    <a:pt x="1" y="0"/>
                  </a:moveTo>
                  <a:lnTo>
                    <a:pt x="1" y="10046"/>
                  </a:lnTo>
                  <a:lnTo>
                    <a:pt x="20372" y="0"/>
                  </a:lnTo>
                  <a:close/>
                </a:path>
              </a:pathLst>
            </a:custGeom>
            <a:solidFill>
              <a:srgbClr val="FFC800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27"/>
            <p:cNvSpPr/>
            <p:nvPr/>
          </p:nvSpPr>
          <p:spPr>
            <a:xfrm>
              <a:off x="1219044" y="0"/>
              <a:ext cx="609929" cy="643356"/>
            </a:xfrm>
            <a:custGeom>
              <a:rect b="b" l="l" r="r" t="t"/>
              <a:pathLst>
                <a:path extrusionOk="0" h="20036" w="20428">
                  <a:moveTo>
                    <a:pt x="1" y="0"/>
                  </a:moveTo>
                  <a:lnTo>
                    <a:pt x="1" y="20036"/>
                  </a:lnTo>
                  <a:lnTo>
                    <a:pt x="20427" y="1004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646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27"/>
            <p:cNvSpPr/>
            <p:nvPr/>
          </p:nvSpPr>
          <p:spPr>
            <a:xfrm>
              <a:off x="1828968" y="0"/>
              <a:ext cx="609899" cy="322577"/>
            </a:xfrm>
            <a:custGeom>
              <a:rect b="b" l="l" r="r" t="t"/>
              <a:pathLst>
                <a:path extrusionOk="0" h="10046" w="20427">
                  <a:moveTo>
                    <a:pt x="0" y="0"/>
                  </a:moveTo>
                  <a:lnTo>
                    <a:pt x="0" y="1004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A400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27"/>
            <p:cNvSpPr/>
            <p:nvPr/>
          </p:nvSpPr>
          <p:spPr>
            <a:xfrm>
              <a:off x="2438861" y="0"/>
              <a:ext cx="609929" cy="643356"/>
            </a:xfrm>
            <a:custGeom>
              <a:rect b="b" l="l" r="r" t="t"/>
              <a:pathLst>
                <a:path extrusionOk="0" h="20036" w="20428">
                  <a:moveTo>
                    <a:pt x="1" y="0"/>
                  </a:moveTo>
                  <a:lnTo>
                    <a:pt x="1" y="20036"/>
                  </a:lnTo>
                  <a:lnTo>
                    <a:pt x="20427" y="1004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646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27"/>
            <p:cNvSpPr/>
            <p:nvPr/>
          </p:nvSpPr>
          <p:spPr>
            <a:xfrm>
              <a:off x="900" y="322545"/>
              <a:ext cx="609899" cy="643388"/>
            </a:xfrm>
            <a:custGeom>
              <a:rect b="b" l="l" r="r" t="t"/>
              <a:pathLst>
                <a:path extrusionOk="0" h="20037" w="20427">
                  <a:moveTo>
                    <a:pt x="20427" y="1"/>
                  </a:moveTo>
                  <a:lnTo>
                    <a:pt x="0" y="9991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E806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27"/>
            <p:cNvSpPr/>
            <p:nvPr/>
          </p:nvSpPr>
          <p:spPr>
            <a:xfrm>
              <a:off x="610793" y="643324"/>
              <a:ext cx="608257" cy="643388"/>
            </a:xfrm>
            <a:custGeom>
              <a:rect b="b" l="l" r="r" t="t"/>
              <a:pathLst>
                <a:path extrusionOk="0" h="20037" w="20372">
                  <a:moveTo>
                    <a:pt x="20372" y="1"/>
                  </a:moveTo>
                  <a:lnTo>
                    <a:pt x="1" y="10047"/>
                  </a:lnTo>
                  <a:lnTo>
                    <a:pt x="20372" y="20037"/>
                  </a:lnTo>
                  <a:lnTo>
                    <a:pt x="20372" y="1"/>
                  </a:lnTo>
                  <a:close/>
                </a:path>
              </a:pathLst>
            </a:custGeom>
            <a:solidFill>
              <a:srgbClr val="FFC800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27"/>
            <p:cNvSpPr/>
            <p:nvPr/>
          </p:nvSpPr>
          <p:spPr>
            <a:xfrm>
              <a:off x="3048778" y="863"/>
              <a:ext cx="609899" cy="643388"/>
            </a:xfrm>
            <a:custGeom>
              <a:rect b="b" l="l" r="r" t="t"/>
              <a:pathLst>
                <a:path extrusionOk="0" h="20037" w="20427">
                  <a:moveTo>
                    <a:pt x="20427" y="1"/>
                  </a:moveTo>
                  <a:lnTo>
                    <a:pt x="0" y="9991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27"/>
            <p:cNvSpPr/>
            <p:nvPr/>
          </p:nvSpPr>
          <p:spPr>
            <a:xfrm>
              <a:off x="3658671" y="321642"/>
              <a:ext cx="608257" cy="643388"/>
            </a:xfrm>
            <a:custGeom>
              <a:rect b="b" l="l" r="r" t="t"/>
              <a:pathLst>
                <a:path extrusionOk="0" h="20037" w="20372">
                  <a:moveTo>
                    <a:pt x="20372" y="1"/>
                  </a:moveTo>
                  <a:lnTo>
                    <a:pt x="1" y="10047"/>
                  </a:lnTo>
                  <a:lnTo>
                    <a:pt x="20372" y="20037"/>
                  </a:lnTo>
                  <a:lnTo>
                    <a:pt x="20372" y="1"/>
                  </a:lnTo>
                  <a:close/>
                </a:path>
              </a:pathLst>
            </a:custGeom>
            <a:solidFill>
              <a:srgbClr val="FFA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27"/>
            <p:cNvSpPr/>
            <p:nvPr/>
          </p:nvSpPr>
          <p:spPr>
            <a:xfrm>
              <a:off x="1219044" y="322545"/>
              <a:ext cx="609929" cy="643388"/>
            </a:xfrm>
            <a:custGeom>
              <a:rect b="b" l="l" r="r" t="t"/>
              <a:pathLst>
                <a:path extrusionOk="0" h="20037" w="20428">
                  <a:moveTo>
                    <a:pt x="20427" y="1"/>
                  </a:moveTo>
                  <a:lnTo>
                    <a:pt x="1" y="9991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FC800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27"/>
            <p:cNvSpPr/>
            <p:nvPr/>
          </p:nvSpPr>
          <p:spPr>
            <a:xfrm>
              <a:off x="4266922" y="863"/>
              <a:ext cx="609929" cy="643388"/>
            </a:xfrm>
            <a:custGeom>
              <a:rect b="b" l="l" r="r" t="t"/>
              <a:pathLst>
                <a:path extrusionOk="0" h="20037" w="20428">
                  <a:moveTo>
                    <a:pt x="20427" y="1"/>
                  </a:moveTo>
                  <a:lnTo>
                    <a:pt x="1" y="9991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FA400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27"/>
            <p:cNvSpPr/>
            <p:nvPr/>
          </p:nvSpPr>
          <p:spPr>
            <a:xfrm>
              <a:off x="900" y="0"/>
              <a:ext cx="609899" cy="322577"/>
            </a:xfrm>
            <a:custGeom>
              <a:rect b="b" l="l" r="r" t="t"/>
              <a:pathLst>
                <a:path extrusionOk="0" h="10046" w="20427">
                  <a:moveTo>
                    <a:pt x="0" y="0"/>
                  </a:moveTo>
                  <a:lnTo>
                    <a:pt x="20427" y="1004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A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27"/>
            <p:cNvSpPr/>
            <p:nvPr/>
          </p:nvSpPr>
          <p:spPr>
            <a:xfrm>
              <a:off x="610793" y="0"/>
              <a:ext cx="608257" cy="643356"/>
            </a:xfrm>
            <a:custGeom>
              <a:rect b="b" l="l" r="r" t="t"/>
              <a:pathLst>
                <a:path extrusionOk="0" h="20036" w="20372">
                  <a:moveTo>
                    <a:pt x="20372" y="0"/>
                  </a:moveTo>
                  <a:lnTo>
                    <a:pt x="1" y="10046"/>
                  </a:lnTo>
                  <a:lnTo>
                    <a:pt x="20372" y="20036"/>
                  </a:lnTo>
                  <a:lnTo>
                    <a:pt x="20372" y="0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27"/>
            <p:cNvSpPr/>
            <p:nvPr/>
          </p:nvSpPr>
          <p:spPr>
            <a:xfrm>
              <a:off x="1219044" y="0"/>
              <a:ext cx="609929" cy="322577"/>
            </a:xfrm>
            <a:custGeom>
              <a:rect b="b" l="l" r="r" t="t"/>
              <a:pathLst>
                <a:path extrusionOk="0" h="10046" w="20428">
                  <a:moveTo>
                    <a:pt x="1" y="0"/>
                  </a:moveTo>
                  <a:lnTo>
                    <a:pt x="20427" y="1004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E806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27"/>
            <p:cNvSpPr/>
            <p:nvPr/>
          </p:nvSpPr>
          <p:spPr>
            <a:xfrm>
              <a:off x="4266958" y="0"/>
              <a:ext cx="609899" cy="322577"/>
            </a:xfrm>
            <a:custGeom>
              <a:rect b="b" l="l" r="r" t="t"/>
              <a:pathLst>
                <a:path extrusionOk="0" h="10046" w="20427">
                  <a:moveTo>
                    <a:pt x="0" y="0"/>
                  </a:moveTo>
                  <a:lnTo>
                    <a:pt x="0" y="1004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27"/>
            <p:cNvSpPr/>
            <p:nvPr/>
          </p:nvSpPr>
          <p:spPr>
            <a:xfrm>
              <a:off x="3657035" y="0"/>
              <a:ext cx="609899" cy="322577"/>
            </a:xfrm>
            <a:custGeom>
              <a:rect b="b" l="l" r="r" t="t"/>
              <a:pathLst>
                <a:path extrusionOk="0" h="10046" w="20427">
                  <a:moveTo>
                    <a:pt x="0" y="0"/>
                  </a:moveTo>
                  <a:lnTo>
                    <a:pt x="20427" y="1004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A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27"/>
            <p:cNvSpPr/>
            <p:nvPr/>
          </p:nvSpPr>
          <p:spPr>
            <a:xfrm>
              <a:off x="3048784" y="0"/>
              <a:ext cx="608257" cy="322577"/>
            </a:xfrm>
            <a:custGeom>
              <a:rect b="b" l="l" r="r" t="t"/>
              <a:pathLst>
                <a:path extrusionOk="0" h="10046" w="20372">
                  <a:moveTo>
                    <a:pt x="0" y="0"/>
                  </a:moveTo>
                  <a:lnTo>
                    <a:pt x="0" y="10046"/>
                  </a:lnTo>
                  <a:lnTo>
                    <a:pt x="20371" y="0"/>
                  </a:lnTo>
                  <a:close/>
                </a:path>
              </a:pathLst>
            </a:custGeom>
            <a:solidFill>
              <a:srgbClr val="FFC800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27"/>
            <p:cNvSpPr/>
            <p:nvPr/>
          </p:nvSpPr>
          <p:spPr>
            <a:xfrm>
              <a:off x="2438861" y="0"/>
              <a:ext cx="609929" cy="322577"/>
            </a:xfrm>
            <a:custGeom>
              <a:rect b="b" l="l" r="r" t="t"/>
              <a:pathLst>
                <a:path extrusionOk="0" h="10046" w="20428">
                  <a:moveTo>
                    <a:pt x="1" y="0"/>
                  </a:moveTo>
                  <a:lnTo>
                    <a:pt x="20427" y="1004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A61C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27"/>
            <p:cNvSpPr/>
            <p:nvPr/>
          </p:nvSpPr>
          <p:spPr>
            <a:xfrm>
              <a:off x="3047936" y="321645"/>
              <a:ext cx="609899" cy="643388"/>
            </a:xfrm>
            <a:custGeom>
              <a:rect b="b" l="l" r="r" t="t"/>
              <a:pathLst>
                <a:path extrusionOk="0" h="20037" w="20427">
                  <a:moveTo>
                    <a:pt x="0" y="1"/>
                  </a:moveTo>
                  <a:lnTo>
                    <a:pt x="0" y="20037"/>
                  </a:lnTo>
                  <a:lnTo>
                    <a:pt x="20427" y="999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C800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27"/>
            <p:cNvSpPr/>
            <p:nvPr/>
          </p:nvSpPr>
          <p:spPr>
            <a:xfrm flipH="1">
              <a:off x="3658935" y="643332"/>
              <a:ext cx="609929" cy="643388"/>
            </a:xfrm>
            <a:custGeom>
              <a:rect b="b" l="l" r="r" t="t"/>
              <a:pathLst>
                <a:path extrusionOk="0" h="20037" w="20428">
                  <a:moveTo>
                    <a:pt x="20427" y="1"/>
                  </a:moveTo>
                  <a:lnTo>
                    <a:pt x="1" y="9991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27"/>
            <p:cNvSpPr/>
            <p:nvPr/>
          </p:nvSpPr>
          <p:spPr>
            <a:xfrm flipH="1">
              <a:off x="1219312" y="643329"/>
              <a:ext cx="609929" cy="643388"/>
            </a:xfrm>
            <a:custGeom>
              <a:rect b="b" l="l" r="r" t="t"/>
              <a:pathLst>
                <a:path extrusionOk="0" h="20037" w="20428">
                  <a:moveTo>
                    <a:pt x="20427" y="1"/>
                  </a:moveTo>
                  <a:lnTo>
                    <a:pt x="1" y="9991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27"/>
            <p:cNvSpPr/>
            <p:nvPr/>
          </p:nvSpPr>
          <p:spPr>
            <a:xfrm>
              <a:off x="1222480" y="965020"/>
              <a:ext cx="608257" cy="643388"/>
            </a:xfrm>
            <a:custGeom>
              <a:rect b="b" l="l" r="r" t="t"/>
              <a:pathLst>
                <a:path extrusionOk="0" h="20037" w="20372">
                  <a:moveTo>
                    <a:pt x="20372" y="1"/>
                  </a:moveTo>
                  <a:lnTo>
                    <a:pt x="1" y="10047"/>
                  </a:lnTo>
                  <a:lnTo>
                    <a:pt x="20372" y="20037"/>
                  </a:lnTo>
                  <a:lnTo>
                    <a:pt x="20372" y="1"/>
                  </a:lnTo>
                  <a:close/>
                </a:path>
              </a:pathLst>
            </a:custGeom>
            <a:solidFill>
              <a:srgbClr val="E806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27"/>
            <p:cNvSpPr/>
            <p:nvPr/>
          </p:nvSpPr>
          <p:spPr>
            <a:xfrm>
              <a:off x="1834119" y="1921382"/>
              <a:ext cx="609929" cy="643388"/>
            </a:xfrm>
            <a:custGeom>
              <a:rect b="b" l="l" r="r" t="t"/>
              <a:pathLst>
                <a:path extrusionOk="0" h="20037" w="20428">
                  <a:moveTo>
                    <a:pt x="20427" y="1"/>
                  </a:moveTo>
                  <a:lnTo>
                    <a:pt x="1" y="9991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FA400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1" name="Google Shape;201;p27"/>
          <p:cNvSpPr txBox="1"/>
          <p:nvPr>
            <p:ph idx="1" type="body"/>
          </p:nvPr>
        </p:nvSpPr>
        <p:spPr>
          <a:xfrm>
            <a:off x="2528350" y="2069533"/>
            <a:ext cx="5497800" cy="39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Char char="◂"/>
              <a:defRPr i="1" sz="3000"/>
            </a:lvl1pPr>
            <a:lvl2pPr indent="-4191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Char char="◂"/>
              <a:defRPr i="1" sz="3000"/>
            </a:lvl2pPr>
            <a:lvl3pPr indent="-4191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Char char="◂"/>
              <a:defRPr i="1" sz="3000"/>
            </a:lvl3pPr>
            <a:lvl4pPr indent="-4191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Char char="◂"/>
              <a:defRPr i="1" sz="3000"/>
            </a:lvl4pPr>
            <a:lvl5pPr indent="-4191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Char char="○"/>
              <a:defRPr i="1" sz="3000"/>
            </a:lvl5pPr>
            <a:lvl6pPr indent="-4191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Char char="■"/>
              <a:defRPr i="1" sz="3000"/>
            </a:lvl6pPr>
            <a:lvl7pPr indent="-4191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  <a:defRPr i="1" sz="3000"/>
            </a:lvl7pPr>
            <a:lvl8pPr indent="-4191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Char char="○"/>
              <a:defRPr i="1" sz="3000"/>
            </a:lvl8pPr>
            <a:lvl9pPr indent="-4191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Char char="■"/>
              <a:defRPr i="1" sz="3000"/>
            </a:lvl9pPr>
          </a:lstStyle>
          <a:p/>
        </p:txBody>
      </p:sp>
      <p:sp>
        <p:nvSpPr>
          <p:cNvPr id="202" name="Google Shape;202;p27"/>
          <p:cNvSpPr txBox="1"/>
          <p:nvPr/>
        </p:nvSpPr>
        <p:spPr>
          <a:xfrm>
            <a:off x="1295501" y="2078200"/>
            <a:ext cx="735900" cy="141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s-ES" sz="6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“</a:t>
            </a:r>
            <a:endParaRPr b="1" i="0" sz="60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3" name="Google Shape;203;p27"/>
          <p:cNvSpPr txBox="1"/>
          <p:nvPr>
            <p:ph idx="12" type="sldNum"/>
          </p:nvPr>
        </p:nvSpPr>
        <p:spPr>
          <a:xfrm>
            <a:off x="8543324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rgbClr val="B7B7B7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rgbClr val="B7B7B7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rgbClr val="B7B7B7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rgbClr val="B7B7B7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rgbClr val="B7B7B7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rgbClr val="B7B7B7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rgbClr val="B7B7B7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rgbClr val="B7B7B7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rgbClr val="B7B7B7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" name="Google Shape;205;p28"/>
          <p:cNvGrpSpPr/>
          <p:nvPr/>
        </p:nvGrpSpPr>
        <p:grpSpPr>
          <a:xfrm>
            <a:off x="6714243" y="5146661"/>
            <a:ext cx="2429755" cy="1715572"/>
            <a:chOff x="6714243" y="3860093"/>
            <a:chExt cx="2429755" cy="1286711"/>
          </a:xfrm>
        </p:grpSpPr>
        <p:sp>
          <p:nvSpPr>
            <p:cNvPr id="206" name="Google Shape;206;p28"/>
            <p:cNvSpPr/>
            <p:nvPr/>
          </p:nvSpPr>
          <p:spPr>
            <a:xfrm>
              <a:off x="7929952" y="3860093"/>
              <a:ext cx="606220" cy="643388"/>
            </a:xfrm>
            <a:custGeom>
              <a:rect b="b" l="l" r="r" t="t"/>
              <a:pathLst>
                <a:path extrusionOk="0" h="20037" w="20372">
                  <a:moveTo>
                    <a:pt x="0" y="0"/>
                  </a:moveTo>
                  <a:lnTo>
                    <a:pt x="0" y="20036"/>
                  </a:lnTo>
                  <a:lnTo>
                    <a:pt x="20371" y="100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A400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28"/>
            <p:cNvSpPr/>
            <p:nvPr/>
          </p:nvSpPr>
          <p:spPr>
            <a:xfrm>
              <a:off x="8536142" y="4182670"/>
              <a:ext cx="607856" cy="643356"/>
            </a:xfrm>
            <a:custGeom>
              <a:rect b="b" l="l" r="r" t="t"/>
              <a:pathLst>
                <a:path extrusionOk="0" h="20036" w="20427">
                  <a:moveTo>
                    <a:pt x="0" y="0"/>
                  </a:moveTo>
                  <a:lnTo>
                    <a:pt x="0" y="20036"/>
                  </a:lnTo>
                  <a:lnTo>
                    <a:pt x="20427" y="99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A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28"/>
            <p:cNvSpPr/>
            <p:nvPr/>
          </p:nvSpPr>
          <p:spPr>
            <a:xfrm>
              <a:off x="7322095" y="4825993"/>
              <a:ext cx="607886" cy="320811"/>
            </a:xfrm>
            <a:custGeom>
              <a:rect b="b" l="l" r="r" t="t"/>
              <a:pathLst>
                <a:path extrusionOk="0" h="9991" w="20428">
                  <a:moveTo>
                    <a:pt x="1" y="1"/>
                  </a:moveTo>
                  <a:lnTo>
                    <a:pt x="1" y="9991"/>
                  </a:lnTo>
                  <a:lnTo>
                    <a:pt x="20427" y="999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28"/>
            <p:cNvSpPr/>
            <p:nvPr/>
          </p:nvSpPr>
          <p:spPr>
            <a:xfrm>
              <a:off x="7929952" y="4503448"/>
              <a:ext cx="606220" cy="643356"/>
            </a:xfrm>
            <a:custGeom>
              <a:rect b="b" l="l" r="r" t="t"/>
              <a:pathLst>
                <a:path extrusionOk="0" h="20036" w="20372">
                  <a:moveTo>
                    <a:pt x="0" y="0"/>
                  </a:moveTo>
                  <a:lnTo>
                    <a:pt x="0" y="20036"/>
                  </a:lnTo>
                  <a:lnTo>
                    <a:pt x="20371" y="100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646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28"/>
            <p:cNvSpPr/>
            <p:nvPr/>
          </p:nvSpPr>
          <p:spPr>
            <a:xfrm>
              <a:off x="8536142" y="4825993"/>
              <a:ext cx="607856" cy="320811"/>
            </a:xfrm>
            <a:custGeom>
              <a:rect b="b" l="l" r="r" t="t"/>
              <a:pathLst>
                <a:path extrusionOk="0" h="9991" w="20427">
                  <a:moveTo>
                    <a:pt x="0" y="1"/>
                  </a:moveTo>
                  <a:lnTo>
                    <a:pt x="0" y="9991"/>
                  </a:lnTo>
                  <a:lnTo>
                    <a:pt x="20427" y="999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646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28"/>
            <p:cNvSpPr/>
            <p:nvPr/>
          </p:nvSpPr>
          <p:spPr>
            <a:xfrm>
              <a:off x="7322095" y="3860093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20427" y="0"/>
                  </a:moveTo>
                  <a:lnTo>
                    <a:pt x="1" y="10046"/>
                  </a:lnTo>
                  <a:lnTo>
                    <a:pt x="20427" y="2003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28"/>
            <p:cNvSpPr/>
            <p:nvPr/>
          </p:nvSpPr>
          <p:spPr>
            <a:xfrm>
              <a:off x="8536142" y="3860093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20427" y="0"/>
                  </a:moveTo>
                  <a:lnTo>
                    <a:pt x="0" y="10046"/>
                  </a:lnTo>
                  <a:lnTo>
                    <a:pt x="20427" y="2003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28"/>
            <p:cNvSpPr/>
            <p:nvPr/>
          </p:nvSpPr>
          <p:spPr>
            <a:xfrm>
              <a:off x="7929952" y="4182670"/>
              <a:ext cx="606220" cy="643356"/>
            </a:xfrm>
            <a:custGeom>
              <a:rect b="b" l="l" r="r" t="t"/>
              <a:pathLst>
                <a:path extrusionOk="0" h="20036" w="20372">
                  <a:moveTo>
                    <a:pt x="20371" y="0"/>
                  </a:moveTo>
                  <a:lnTo>
                    <a:pt x="0" y="9990"/>
                  </a:lnTo>
                  <a:lnTo>
                    <a:pt x="20371" y="20036"/>
                  </a:lnTo>
                  <a:lnTo>
                    <a:pt x="20371" y="0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28"/>
            <p:cNvSpPr/>
            <p:nvPr/>
          </p:nvSpPr>
          <p:spPr>
            <a:xfrm>
              <a:off x="7322095" y="4503448"/>
              <a:ext cx="607886" cy="643356"/>
            </a:xfrm>
            <a:custGeom>
              <a:rect b="b" l="l" r="r" t="t"/>
              <a:pathLst>
                <a:path extrusionOk="0" h="20036" w="20428">
                  <a:moveTo>
                    <a:pt x="20427" y="0"/>
                  </a:moveTo>
                  <a:lnTo>
                    <a:pt x="1" y="10046"/>
                  </a:lnTo>
                  <a:lnTo>
                    <a:pt x="20427" y="2003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C800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28"/>
            <p:cNvSpPr/>
            <p:nvPr/>
          </p:nvSpPr>
          <p:spPr>
            <a:xfrm>
              <a:off x="7929952" y="4825993"/>
              <a:ext cx="606220" cy="320811"/>
            </a:xfrm>
            <a:custGeom>
              <a:rect b="b" l="l" r="r" t="t"/>
              <a:pathLst>
                <a:path extrusionOk="0" h="9991" w="20372">
                  <a:moveTo>
                    <a:pt x="20371" y="1"/>
                  </a:moveTo>
                  <a:lnTo>
                    <a:pt x="0" y="9991"/>
                  </a:lnTo>
                  <a:lnTo>
                    <a:pt x="20371" y="9991"/>
                  </a:lnTo>
                  <a:lnTo>
                    <a:pt x="20371" y="1"/>
                  </a:lnTo>
                  <a:close/>
                </a:path>
              </a:pathLst>
            </a:custGeom>
            <a:solidFill>
              <a:srgbClr val="FFA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28"/>
            <p:cNvSpPr/>
            <p:nvPr/>
          </p:nvSpPr>
          <p:spPr>
            <a:xfrm>
              <a:off x="8536142" y="4503448"/>
              <a:ext cx="607856" cy="643356"/>
            </a:xfrm>
            <a:custGeom>
              <a:rect b="b" l="l" r="r" t="t"/>
              <a:pathLst>
                <a:path extrusionOk="0" h="20036" w="20427">
                  <a:moveTo>
                    <a:pt x="20427" y="0"/>
                  </a:moveTo>
                  <a:lnTo>
                    <a:pt x="0" y="10046"/>
                  </a:lnTo>
                  <a:lnTo>
                    <a:pt x="20427" y="2003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E806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28"/>
            <p:cNvSpPr/>
            <p:nvPr/>
          </p:nvSpPr>
          <p:spPr>
            <a:xfrm>
              <a:off x="6714243" y="4825993"/>
              <a:ext cx="607856" cy="320811"/>
            </a:xfrm>
            <a:custGeom>
              <a:rect b="b" l="l" r="r" t="t"/>
              <a:pathLst>
                <a:path extrusionOk="0" h="9991" w="20427">
                  <a:moveTo>
                    <a:pt x="20427" y="1"/>
                  </a:moveTo>
                  <a:lnTo>
                    <a:pt x="0" y="9991"/>
                  </a:lnTo>
                  <a:lnTo>
                    <a:pt x="20427" y="9991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64646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8" name="Google Shape;218;p28"/>
          <p:cNvGrpSpPr/>
          <p:nvPr/>
        </p:nvGrpSpPr>
        <p:grpSpPr>
          <a:xfrm>
            <a:off x="892" y="-15"/>
            <a:ext cx="3037586" cy="3003451"/>
            <a:chOff x="892" y="-11"/>
            <a:chExt cx="3037586" cy="2252645"/>
          </a:xfrm>
        </p:grpSpPr>
        <p:sp>
          <p:nvSpPr>
            <p:cNvPr id="219" name="Google Shape;219;p28"/>
            <p:cNvSpPr/>
            <p:nvPr/>
          </p:nvSpPr>
          <p:spPr>
            <a:xfrm>
              <a:off x="892" y="643313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0" y="1"/>
                  </a:moveTo>
                  <a:lnTo>
                    <a:pt x="0" y="20037"/>
                  </a:lnTo>
                  <a:lnTo>
                    <a:pt x="20427" y="1004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A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28"/>
            <p:cNvSpPr/>
            <p:nvPr/>
          </p:nvSpPr>
          <p:spPr>
            <a:xfrm>
              <a:off x="608719" y="322534"/>
              <a:ext cx="606220" cy="643388"/>
            </a:xfrm>
            <a:custGeom>
              <a:rect b="b" l="l" r="r" t="t"/>
              <a:pathLst>
                <a:path extrusionOk="0" h="20037" w="20372">
                  <a:moveTo>
                    <a:pt x="1" y="1"/>
                  </a:moveTo>
                  <a:lnTo>
                    <a:pt x="1" y="20037"/>
                  </a:lnTo>
                  <a:lnTo>
                    <a:pt x="20372" y="999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A61C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28"/>
            <p:cNvSpPr/>
            <p:nvPr/>
          </p:nvSpPr>
          <p:spPr>
            <a:xfrm>
              <a:off x="608719" y="965890"/>
              <a:ext cx="606220" cy="643388"/>
            </a:xfrm>
            <a:custGeom>
              <a:rect b="b" l="l" r="r" t="t"/>
              <a:pathLst>
                <a:path extrusionOk="0" h="20037" w="20372">
                  <a:moveTo>
                    <a:pt x="1" y="1"/>
                  </a:moveTo>
                  <a:lnTo>
                    <a:pt x="1" y="20037"/>
                  </a:lnTo>
                  <a:lnTo>
                    <a:pt x="20372" y="999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646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28"/>
            <p:cNvSpPr/>
            <p:nvPr/>
          </p:nvSpPr>
          <p:spPr>
            <a:xfrm>
              <a:off x="1822766" y="322534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0" y="1"/>
                  </a:moveTo>
                  <a:lnTo>
                    <a:pt x="0" y="20037"/>
                  </a:lnTo>
                  <a:lnTo>
                    <a:pt x="20427" y="999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A400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28"/>
            <p:cNvSpPr/>
            <p:nvPr/>
          </p:nvSpPr>
          <p:spPr>
            <a:xfrm>
              <a:off x="1214909" y="1286669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1" y="1"/>
                  </a:moveTo>
                  <a:lnTo>
                    <a:pt x="1" y="20037"/>
                  </a:lnTo>
                  <a:lnTo>
                    <a:pt x="20427" y="1004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A400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28"/>
            <p:cNvSpPr/>
            <p:nvPr/>
          </p:nvSpPr>
          <p:spPr>
            <a:xfrm>
              <a:off x="1822766" y="965890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0" y="1"/>
                  </a:moveTo>
                  <a:lnTo>
                    <a:pt x="0" y="20037"/>
                  </a:lnTo>
                  <a:lnTo>
                    <a:pt x="20427" y="999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28"/>
            <p:cNvSpPr/>
            <p:nvPr/>
          </p:nvSpPr>
          <p:spPr>
            <a:xfrm>
              <a:off x="892" y="-11"/>
              <a:ext cx="607856" cy="643356"/>
            </a:xfrm>
            <a:custGeom>
              <a:rect b="b" l="l" r="r" t="t"/>
              <a:pathLst>
                <a:path extrusionOk="0" h="20036" w="20427">
                  <a:moveTo>
                    <a:pt x="0" y="0"/>
                  </a:moveTo>
                  <a:lnTo>
                    <a:pt x="0" y="20036"/>
                  </a:lnTo>
                  <a:lnTo>
                    <a:pt x="20427" y="100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646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28"/>
            <p:cNvSpPr/>
            <p:nvPr/>
          </p:nvSpPr>
          <p:spPr>
            <a:xfrm>
              <a:off x="608719" y="-11"/>
              <a:ext cx="606220" cy="322577"/>
            </a:xfrm>
            <a:custGeom>
              <a:rect b="b" l="l" r="r" t="t"/>
              <a:pathLst>
                <a:path extrusionOk="0" h="10046" w="20372">
                  <a:moveTo>
                    <a:pt x="1" y="0"/>
                  </a:moveTo>
                  <a:lnTo>
                    <a:pt x="1" y="10046"/>
                  </a:lnTo>
                  <a:lnTo>
                    <a:pt x="20372" y="0"/>
                  </a:lnTo>
                  <a:close/>
                </a:path>
              </a:pathLst>
            </a:custGeom>
            <a:solidFill>
              <a:srgbClr val="FFC800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28"/>
            <p:cNvSpPr/>
            <p:nvPr/>
          </p:nvSpPr>
          <p:spPr>
            <a:xfrm>
              <a:off x="1214909" y="-11"/>
              <a:ext cx="607886" cy="643356"/>
            </a:xfrm>
            <a:custGeom>
              <a:rect b="b" l="l" r="r" t="t"/>
              <a:pathLst>
                <a:path extrusionOk="0" h="20036" w="20428">
                  <a:moveTo>
                    <a:pt x="1" y="0"/>
                  </a:moveTo>
                  <a:lnTo>
                    <a:pt x="1" y="20036"/>
                  </a:lnTo>
                  <a:lnTo>
                    <a:pt x="20427" y="1004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28"/>
            <p:cNvSpPr/>
            <p:nvPr/>
          </p:nvSpPr>
          <p:spPr>
            <a:xfrm>
              <a:off x="1822766" y="-11"/>
              <a:ext cx="607856" cy="322577"/>
            </a:xfrm>
            <a:custGeom>
              <a:rect b="b" l="l" r="r" t="t"/>
              <a:pathLst>
                <a:path extrusionOk="0" h="10046" w="20427">
                  <a:moveTo>
                    <a:pt x="0" y="0"/>
                  </a:moveTo>
                  <a:lnTo>
                    <a:pt x="0" y="1004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A400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28"/>
            <p:cNvSpPr/>
            <p:nvPr/>
          </p:nvSpPr>
          <p:spPr>
            <a:xfrm>
              <a:off x="2430592" y="-11"/>
              <a:ext cx="607886" cy="643356"/>
            </a:xfrm>
            <a:custGeom>
              <a:rect b="b" l="l" r="r" t="t"/>
              <a:pathLst>
                <a:path extrusionOk="0" h="20036" w="20428">
                  <a:moveTo>
                    <a:pt x="1" y="0"/>
                  </a:moveTo>
                  <a:lnTo>
                    <a:pt x="1" y="20036"/>
                  </a:lnTo>
                  <a:lnTo>
                    <a:pt x="20427" y="1004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A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28"/>
            <p:cNvSpPr/>
            <p:nvPr/>
          </p:nvSpPr>
          <p:spPr>
            <a:xfrm>
              <a:off x="892" y="322534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20427" y="1"/>
                  </a:moveTo>
                  <a:lnTo>
                    <a:pt x="0" y="9991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28"/>
            <p:cNvSpPr/>
            <p:nvPr/>
          </p:nvSpPr>
          <p:spPr>
            <a:xfrm>
              <a:off x="608719" y="643313"/>
              <a:ext cx="606220" cy="643388"/>
            </a:xfrm>
            <a:custGeom>
              <a:rect b="b" l="l" r="r" t="t"/>
              <a:pathLst>
                <a:path extrusionOk="0" h="20037" w="20372">
                  <a:moveTo>
                    <a:pt x="20372" y="1"/>
                  </a:moveTo>
                  <a:lnTo>
                    <a:pt x="1" y="10047"/>
                  </a:lnTo>
                  <a:lnTo>
                    <a:pt x="20372" y="20037"/>
                  </a:lnTo>
                  <a:lnTo>
                    <a:pt x="20372" y="1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28"/>
            <p:cNvSpPr/>
            <p:nvPr/>
          </p:nvSpPr>
          <p:spPr>
            <a:xfrm>
              <a:off x="892" y="965890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20427" y="1"/>
                  </a:moveTo>
                  <a:lnTo>
                    <a:pt x="0" y="9991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E806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28"/>
            <p:cNvSpPr/>
            <p:nvPr/>
          </p:nvSpPr>
          <p:spPr>
            <a:xfrm>
              <a:off x="608719" y="1286669"/>
              <a:ext cx="606220" cy="643388"/>
            </a:xfrm>
            <a:custGeom>
              <a:rect b="b" l="l" r="r" t="t"/>
              <a:pathLst>
                <a:path extrusionOk="0" h="20037" w="20372">
                  <a:moveTo>
                    <a:pt x="20372" y="1"/>
                  </a:moveTo>
                  <a:lnTo>
                    <a:pt x="1" y="10047"/>
                  </a:lnTo>
                  <a:lnTo>
                    <a:pt x="20372" y="20037"/>
                  </a:lnTo>
                  <a:lnTo>
                    <a:pt x="20372" y="1"/>
                  </a:lnTo>
                  <a:close/>
                </a:path>
              </a:pathLst>
            </a:custGeom>
            <a:solidFill>
              <a:srgbClr val="FFA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28"/>
            <p:cNvSpPr/>
            <p:nvPr/>
          </p:nvSpPr>
          <p:spPr>
            <a:xfrm>
              <a:off x="892" y="1609246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20427" y="1"/>
                  </a:moveTo>
                  <a:lnTo>
                    <a:pt x="0" y="9991"/>
                  </a:lnTo>
                  <a:lnTo>
                    <a:pt x="20427" y="20036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64646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28"/>
            <p:cNvSpPr/>
            <p:nvPr/>
          </p:nvSpPr>
          <p:spPr>
            <a:xfrm>
              <a:off x="1214909" y="322534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20427" y="1"/>
                  </a:moveTo>
                  <a:lnTo>
                    <a:pt x="1" y="9991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64646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28"/>
            <p:cNvSpPr/>
            <p:nvPr/>
          </p:nvSpPr>
          <p:spPr>
            <a:xfrm>
              <a:off x="1214909" y="965890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20427" y="1"/>
                  </a:moveTo>
                  <a:lnTo>
                    <a:pt x="1" y="9991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FC800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28"/>
            <p:cNvSpPr/>
            <p:nvPr/>
          </p:nvSpPr>
          <p:spPr>
            <a:xfrm>
              <a:off x="1214909" y="1609246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20427" y="1"/>
                  </a:moveTo>
                  <a:lnTo>
                    <a:pt x="1" y="9991"/>
                  </a:lnTo>
                  <a:lnTo>
                    <a:pt x="20427" y="20036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28"/>
            <p:cNvSpPr/>
            <p:nvPr/>
          </p:nvSpPr>
          <p:spPr>
            <a:xfrm>
              <a:off x="2430592" y="322534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20427" y="1"/>
                  </a:moveTo>
                  <a:lnTo>
                    <a:pt x="1" y="9991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28"/>
            <p:cNvSpPr/>
            <p:nvPr/>
          </p:nvSpPr>
          <p:spPr>
            <a:xfrm>
              <a:off x="892" y="-11"/>
              <a:ext cx="607856" cy="322577"/>
            </a:xfrm>
            <a:custGeom>
              <a:rect b="b" l="l" r="r" t="t"/>
              <a:pathLst>
                <a:path extrusionOk="0" h="10046" w="20427">
                  <a:moveTo>
                    <a:pt x="0" y="0"/>
                  </a:moveTo>
                  <a:lnTo>
                    <a:pt x="20427" y="1004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p28"/>
            <p:cNvSpPr/>
            <p:nvPr/>
          </p:nvSpPr>
          <p:spPr>
            <a:xfrm>
              <a:off x="608719" y="-11"/>
              <a:ext cx="606220" cy="643356"/>
            </a:xfrm>
            <a:custGeom>
              <a:rect b="b" l="l" r="r" t="t"/>
              <a:pathLst>
                <a:path extrusionOk="0" h="20036" w="20372">
                  <a:moveTo>
                    <a:pt x="20372" y="0"/>
                  </a:moveTo>
                  <a:lnTo>
                    <a:pt x="1" y="10046"/>
                  </a:lnTo>
                  <a:lnTo>
                    <a:pt x="20372" y="20036"/>
                  </a:lnTo>
                  <a:lnTo>
                    <a:pt x="20372" y="0"/>
                  </a:lnTo>
                  <a:close/>
                </a:path>
              </a:pathLst>
            </a:custGeom>
            <a:solidFill>
              <a:srgbClr val="E806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28"/>
            <p:cNvSpPr/>
            <p:nvPr/>
          </p:nvSpPr>
          <p:spPr>
            <a:xfrm>
              <a:off x="1214909" y="-11"/>
              <a:ext cx="607886" cy="322577"/>
            </a:xfrm>
            <a:custGeom>
              <a:rect b="b" l="l" r="r" t="t"/>
              <a:pathLst>
                <a:path extrusionOk="0" h="10046" w="20428">
                  <a:moveTo>
                    <a:pt x="1" y="0"/>
                  </a:moveTo>
                  <a:lnTo>
                    <a:pt x="20427" y="1004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E806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2" name="Google Shape;242;p28"/>
          <p:cNvSpPr txBox="1"/>
          <p:nvPr>
            <p:ph idx="12" type="sldNum"/>
          </p:nvPr>
        </p:nvSpPr>
        <p:spPr>
          <a:xfrm>
            <a:off x="8556784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2 columns" type="twoColTx">
  <p:cSld name="TITLE_AND_TWO_COLUMNS"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4" name="Google Shape;244;p29"/>
          <p:cNvGrpSpPr/>
          <p:nvPr/>
        </p:nvGrpSpPr>
        <p:grpSpPr>
          <a:xfrm>
            <a:off x="892" y="-15"/>
            <a:ext cx="3037586" cy="3003451"/>
            <a:chOff x="892" y="-11"/>
            <a:chExt cx="3037586" cy="2252645"/>
          </a:xfrm>
        </p:grpSpPr>
        <p:sp>
          <p:nvSpPr>
            <p:cNvPr id="245" name="Google Shape;245;p29"/>
            <p:cNvSpPr/>
            <p:nvPr/>
          </p:nvSpPr>
          <p:spPr>
            <a:xfrm>
              <a:off x="892" y="643313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0" y="1"/>
                  </a:moveTo>
                  <a:lnTo>
                    <a:pt x="0" y="20037"/>
                  </a:lnTo>
                  <a:lnTo>
                    <a:pt x="20427" y="1004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A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p29"/>
            <p:cNvSpPr/>
            <p:nvPr/>
          </p:nvSpPr>
          <p:spPr>
            <a:xfrm>
              <a:off x="608719" y="322534"/>
              <a:ext cx="606220" cy="643388"/>
            </a:xfrm>
            <a:custGeom>
              <a:rect b="b" l="l" r="r" t="t"/>
              <a:pathLst>
                <a:path extrusionOk="0" h="20037" w="20372">
                  <a:moveTo>
                    <a:pt x="1" y="1"/>
                  </a:moveTo>
                  <a:lnTo>
                    <a:pt x="1" y="20037"/>
                  </a:lnTo>
                  <a:lnTo>
                    <a:pt x="20372" y="999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A61C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p29"/>
            <p:cNvSpPr/>
            <p:nvPr/>
          </p:nvSpPr>
          <p:spPr>
            <a:xfrm>
              <a:off x="608719" y="965890"/>
              <a:ext cx="606220" cy="643388"/>
            </a:xfrm>
            <a:custGeom>
              <a:rect b="b" l="l" r="r" t="t"/>
              <a:pathLst>
                <a:path extrusionOk="0" h="20037" w="20372">
                  <a:moveTo>
                    <a:pt x="1" y="1"/>
                  </a:moveTo>
                  <a:lnTo>
                    <a:pt x="1" y="20037"/>
                  </a:lnTo>
                  <a:lnTo>
                    <a:pt x="20372" y="999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646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p29"/>
            <p:cNvSpPr/>
            <p:nvPr/>
          </p:nvSpPr>
          <p:spPr>
            <a:xfrm>
              <a:off x="1822766" y="322534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0" y="1"/>
                  </a:moveTo>
                  <a:lnTo>
                    <a:pt x="0" y="20037"/>
                  </a:lnTo>
                  <a:lnTo>
                    <a:pt x="20427" y="999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A400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p29"/>
            <p:cNvSpPr/>
            <p:nvPr/>
          </p:nvSpPr>
          <p:spPr>
            <a:xfrm>
              <a:off x="1214909" y="1286669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1" y="1"/>
                  </a:moveTo>
                  <a:lnTo>
                    <a:pt x="1" y="20037"/>
                  </a:lnTo>
                  <a:lnTo>
                    <a:pt x="20427" y="1004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A400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p29"/>
            <p:cNvSpPr/>
            <p:nvPr/>
          </p:nvSpPr>
          <p:spPr>
            <a:xfrm>
              <a:off x="1822766" y="965890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0" y="1"/>
                  </a:moveTo>
                  <a:lnTo>
                    <a:pt x="0" y="20037"/>
                  </a:lnTo>
                  <a:lnTo>
                    <a:pt x="20427" y="999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" name="Google Shape;251;p29"/>
            <p:cNvSpPr/>
            <p:nvPr/>
          </p:nvSpPr>
          <p:spPr>
            <a:xfrm>
              <a:off x="892" y="-11"/>
              <a:ext cx="607856" cy="643356"/>
            </a:xfrm>
            <a:custGeom>
              <a:rect b="b" l="l" r="r" t="t"/>
              <a:pathLst>
                <a:path extrusionOk="0" h="20036" w="20427">
                  <a:moveTo>
                    <a:pt x="0" y="0"/>
                  </a:moveTo>
                  <a:lnTo>
                    <a:pt x="0" y="20036"/>
                  </a:lnTo>
                  <a:lnTo>
                    <a:pt x="20427" y="100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646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p29"/>
            <p:cNvSpPr/>
            <p:nvPr/>
          </p:nvSpPr>
          <p:spPr>
            <a:xfrm>
              <a:off x="608719" y="-11"/>
              <a:ext cx="606220" cy="322577"/>
            </a:xfrm>
            <a:custGeom>
              <a:rect b="b" l="l" r="r" t="t"/>
              <a:pathLst>
                <a:path extrusionOk="0" h="10046" w="20372">
                  <a:moveTo>
                    <a:pt x="1" y="0"/>
                  </a:moveTo>
                  <a:lnTo>
                    <a:pt x="1" y="10046"/>
                  </a:lnTo>
                  <a:lnTo>
                    <a:pt x="20372" y="0"/>
                  </a:lnTo>
                  <a:close/>
                </a:path>
              </a:pathLst>
            </a:custGeom>
            <a:solidFill>
              <a:srgbClr val="FFC800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29"/>
            <p:cNvSpPr/>
            <p:nvPr/>
          </p:nvSpPr>
          <p:spPr>
            <a:xfrm>
              <a:off x="1214909" y="-11"/>
              <a:ext cx="607886" cy="643356"/>
            </a:xfrm>
            <a:custGeom>
              <a:rect b="b" l="l" r="r" t="t"/>
              <a:pathLst>
                <a:path extrusionOk="0" h="20036" w="20428">
                  <a:moveTo>
                    <a:pt x="1" y="0"/>
                  </a:moveTo>
                  <a:lnTo>
                    <a:pt x="1" y="20036"/>
                  </a:lnTo>
                  <a:lnTo>
                    <a:pt x="20427" y="1004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" name="Google Shape;254;p29"/>
            <p:cNvSpPr/>
            <p:nvPr/>
          </p:nvSpPr>
          <p:spPr>
            <a:xfrm>
              <a:off x="1822766" y="-11"/>
              <a:ext cx="607856" cy="322577"/>
            </a:xfrm>
            <a:custGeom>
              <a:rect b="b" l="l" r="r" t="t"/>
              <a:pathLst>
                <a:path extrusionOk="0" h="10046" w="20427">
                  <a:moveTo>
                    <a:pt x="0" y="0"/>
                  </a:moveTo>
                  <a:lnTo>
                    <a:pt x="0" y="1004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A400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29"/>
            <p:cNvSpPr/>
            <p:nvPr/>
          </p:nvSpPr>
          <p:spPr>
            <a:xfrm>
              <a:off x="2430592" y="-11"/>
              <a:ext cx="607886" cy="643356"/>
            </a:xfrm>
            <a:custGeom>
              <a:rect b="b" l="l" r="r" t="t"/>
              <a:pathLst>
                <a:path extrusionOk="0" h="20036" w="20428">
                  <a:moveTo>
                    <a:pt x="1" y="0"/>
                  </a:moveTo>
                  <a:lnTo>
                    <a:pt x="1" y="20036"/>
                  </a:lnTo>
                  <a:lnTo>
                    <a:pt x="20427" y="1004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A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29"/>
            <p:cNvSpPr/>
            <p:nvPr/>
          </p:nvSpPr>
          <p:spPr>
            <a:xfrm>
              <a:off x="892" y="322534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20427" y="1"/>
                  </a:moveTo>
                  <a:lnTo>
                    <a:pt x="0" y="9991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29"/>
            <p:cNvSpPr/>
            <p:nvPr/>
          </p:nvSpPr>
          <p:spPr>
            <a:xfrm>
              <a:off x="608719" y="643313"/>
              <a:ext cx="606220" cy="643388"/>
            </a:xfrm>
            <a:custGeom>
              <a:rect b="b" l="l" r="r" t="t"/>
              <a:pathLst>
                <a:path extrusionOk="0" h="20037" w="20372">
                  <a:moveTo>
                    <a:pt x="20372" y="1"/>
                  </a:moveTo>
                  <a:lnTo>
                    <a:pt x="1" y="10047"/>
                  </a:lnTo>
                  <a:lnTo>
                    <a:pt x="20372" y="20037"/>
                  </a:lnTo>
                  <a:lnTo>
                    <a:pt x="20372" y="1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29"/>
            <p:cNvSpPr/>
            <p:nvPr/>
          </p:nvSpPr>
          <p:spPr>
            <a:xfrm>
              <a:off x="892" y="965890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20427" y="1"/>
                  </a:moveTo>
                  <a:lnTo>
                    <a:pt x="0" y="9991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E806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29"/>
            <p:cNvSpPr/>
            <p:nvPr/>
          </p:nvSpPr>
          <p:spPr>
            <a:xfrm>
              <a:off x="608719" y="1286669"/>
              <a:ext cx="606220" cy="643388"/>
            </a:xfrm>
            <a:custGeom>
              <a:rect b="b" l="l" r="r" t="t"/>
              <a:pathLst>
                <a:path extrusionOk="0" h="20037" w="20372">
                  <a:moveTo>
                    <a:pt x="20372" y="1"/>
                  </a:moveTo>
                  <a:lnTo>
                    <a:pt x="1" y="10047"/>
                  </a:lnTo>
                  <a:lnTo>
                    <a:pt x="20372" y="20037"/>
                  </a:lnTo>
                  <a:lnTo>
                    <a:pt x="20372" y="1"/>
                  </a:lnTo>
                  <a:close/>
                </a:path>
              </a:pathLst>
            </a:custGeom>
            <a:solidFill>
              <a:srgbClr val="FFA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p29"/>
            <p:cNvSpPr/>
            <p:nvPr/>
          </p:nvSpPr>
          <p:spPr>
            <a:xfrm>
              <a:off x="892" y="1609246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20427" y="1"/>
                  </a:moveTo>
                  <a:lnTo>
                    <a:pt x="0" y="9991"/>
                  </a:lnTo>
                  <a:lnTo>
                    <a:pt x="20427" y="20036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64646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" name="Google Shape;261;p29"/>
            <p:cNvSpPr/>
            <p:nvPr/>
          </p:nvSpPr>
          <p:spPr>
            <a:xfrm>
              <a:off x="1214909" y="322534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20427" y="1"/>
                  </a:moveTo>
                  <a:lnTo>
                    <a:pt x="1" y="9991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64646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29"/>
            <p:cNvSpPr/>
            <p:nvPr/>
          </p:nvSpPr>
          <p:spPr>
            <a:xfrm>
              <a:off x="1214909" y="965890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20427" y="1"/>
                  </a:moveTo>
                  <a:lnTo>
                    <a:pt x="1" y="9991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FC800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" name="Google Shape;263;p29"/>
            <p:cNvSpPr/>
            <p:nvPr/>
          </p:nvSpPr>
          <p:spPr>
            <a:xfrm>
              <a:off x="1214909" y="1609246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20427" y="1"/>
                  </a:moveTo>
                  <a:lnTo>
                    <a:pt x="1" y="9991"/>
                  </a:lnTo>
                  <a:lnTo>
                    <a:pt x="20427" y="20036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" name="Google Shape;264;p29"/>
            <p:cNvSpPr/>
            <p:nvPr/>
          </p:nvSpPr>
          <p:spPr>
            <a:xfrm>
              <a:off x="2430592" y="322534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20427" y="1"/>
                  </a:moveTo>
                  <a:lnTo>
                    <a:pt x="1" y="9991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Google Shape;265;p29"/>
            <p:cNvSpPr/>
            <p:nvPr/>
          </p:nvSpPr>
          <p:spPr>
            <a:xfrm>
              <a:off x="892" y="-11"/>
              <a:ext cx="607856" cy="322577"/>
            </a:xfrm>
            <a:custGeom>
              <a:rect b="b" l="l" r="r" t="t"/>
              <a:pathLst>
                <a:path extrusionOk="0" h="10046" w="20427">
                  <a:moveTo>
                    <a:pt x="0" y="0"/>
                  </a:moveTo>
                  <a:lnTo>
                    <a:pt x="20427" y="1004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" name="Google Shape;266;p29"/>
            <p:cNvSpPr/>
            <p:nvPr/>
          </p:nvSpPr>
          <p:spPr>
            <a:xfrm>
              <a:off x="608719" y="-11"/>
              <a:ext cx="606220" cy="643356"/>
            </a:xfrm>
            <a:custGeom>
              <a:rect b="b" l="l" r="r" t="t"/>
              <a:pathLst>
                <a:path extrusionOk="0" h="20036" w="20372">
                  <a:moveTo>
                    <a:pt x="20372" y="0"/>
                  </a:moveTo>
                  <a:lnTo>
                    <a:pt x="1" y="10046"/>
                  </a:lnTo>
                  <a:lnTo>
                    <a:pt x="20372" y="20036"/>
                  </a:lnTo>
                  <a:lnTo>
                    <a:pt x="20372" y="0"/>
                  </a:lnTo>
                  <a:close/>
                </a:path>
              </a:pathLst>
            </a:custGeom>
            <a:solidFill>
              <a:srgbClr val="E806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" name="Google Shape;267;p29"/>
            <p:cNvSpPr/>
            <p:nvPr/>
          </p:nvSpPr>
          <p:spPr>
            <a:xfrm>
              <a:off x="1214909" y="-11"/>
              <a:ext cx="607886" cy="322577"/>
            </a:xfrm>
            <a:custGeom>
              <a:rect b="b" l="l" r="r" t="t"/>
              <a:pathLst>
                <a:path extrusionOk="0" h="10046" w="20428">
                  <a:moveTo>
                    <a:pt x="1" y="0"/>
                  </a:moveTo>
                  <a:lnTo>
                    <a:pt x="20427" y="1004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E806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8" name="Google Shape;268;p29"/>
          <p:cNvGrpSpPr/>
          <p:nvPr/>
        </p:nvGrpSpPr>
        <p:grpSpPr>
          <a:xfrm>
            <a:off x="6714243" y="5146661"/>
            <a:ext cx="2429755" cy="1715572"/>
            <a:chOff x="6714243" y="3860093"/>
            <a:chExt cx="2429755" cy="1286711"/>
          </a:xfrm>
        </p:grpSpPr>
        <p:sp>
          <p:nvSpPr>
            <p:cNvPr id="269" name="Google Shape;269;p29"/>
            <p:cNvSpPr/>
            <p:nvPr/>
          </p:nvSpPr>
          <p:spPr>
            <a:xfrm>
              <a:off x="7929952" y="3860093"/>
              <a:ext cx="606220" cy="643388"/>
            </a:xfrm>
            <a:custGeom>
              <a:rect b="b" l="l" r="r" t="t"/>
              <a:pathLst>
                <a:path extrusionOk="0" h="20037" w="20372">
                  <a:moveTo>
                    <a:pt x="0" y="0"/>
                  </a:moveTo>
                  <a:lnTo>
                    <a:pt x="0" y="20036"/>
                  </a:lnTo>
                  <a:lnTo>
                    <a:pt x="20371" y="100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A400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p29"/>
            <p:cNvSpPr/>
            <p:nvPr/>
          </p:nvSpPr>
          <p:spPr>
            <a:xfrm>
              <a:off x="8536142" y="4182670"/>
              <a:ext cx="607856" cy="643356"/>
            </a:xfrm>
            <a:custGeom>
              <a:rect b="b" l="l" r="r" t="t"/>
              <a:pathLst>
                <a:path extrusionOk="0" h="20036" w="20427">
                  <a:moveTo>
                    <a:pt x="0" y="0"/>
                  </a:moveTo>
                  <a:lnTo>
                    <a:pt x="0" y="20036"/>
                  </a:lnTo>
                  <a:lnTo>
                    <a:pt x="20427" y="99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A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" name="Google Shape;271;p29"/>
            <p:cNvSpPr/>
            <p:nvPr/>
          </p:nvSpPr>
          <p:spPr>
            <a:xfrm>
              <a:off x="7322095" y="4825993"/>
              <a:ext cx="607886" cy="320811"/>
            </a:xfrm>
            <a:custGeom>
              <a:rect b="b" l="l" r="r" t="t"/>
              <a:pathLst>
                <a:path extrusionOk="0" h="9991" w="20428">
                  <a:moveTo>
                    <a:pt x="1" y="1"/>
                  </a:moveTo>
                  <a:lnTo>
                    <a:pt x="1" y="9991"/>
                  </a:lnTo>
                  <a:lnTo>
                    <a:pt x="20427" y="999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" name="Google Shape;272;p29"/>
            <p:cNvSpPr/>
            <p:nvPr/>
          </p:nvSpPr>
          <p:spPr>
            <a:xfrm>
              <a:off x="7929952" y="4503448"/>
              <a:ext cx="606220" cy="643356"/>
            </a:xfrm>
            <a:custGeom>
              <a:rect b="b" l="l" r="r" t="t"/>
              <a:pathLst>
                <a:path extrusionOk="0" h="20036" w="20372">
                  <a:moveTo>
                    <a:pt x="0" y="0"/>
                  </a:moveTo>
                  <a:lnTo>
                    <a:pt x="0" y="20036"/>
                  </a:lnTo>
                  <a:lnTo>
                    <a:pt x="20371" y="100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646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" name="Google Shape;273;p29"/>
            <p:cNvSpPr/>
            <p:nvPr/>
          </p:nvSpPr>
          <p:spPr>
            <a:xfrm>
              <a:off x="8536142" y="4825993"/>
              <a:ext cx="607856" cy="320811"/>
            </a:xfrm>
            <a:custGeom>
              <a:rect b="b" l="l" r="r" t="t"/>
              <a:pathLst>
                <a:path extrusionOk="0" h="9991" w="20427">
                  <a:moveTo>
                    <a:pt x="0" y="1"/>
                  </a:moveTo>
                  <a:lnTo>
                    <a:pt x="0" y="9991"/>
                  </a:lnTo>
                  <a:lnTo>
                    <a:pt x="20427" y="999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646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29"/>
            <p:cNvSpPr/>
            <p:nvPr/>
          </p:nvSpPr>
          <p:spPr>
            <a:xfrm>
              <a:off x="7322095" y="3860093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20427" y="0"/>
                  </a:moveTo>
                  <a:lnTo>
                    <a:pt x="1" y="10046"/>
                  </a:lnTo>
                  <a:lnTo>
                    <a:pt x="20427" y="2003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p29"/>
            <p:cNvSpPr/>
            <p:nvPr/>
          </p:nvSpPr>
          <p:spPr>
            <a:xfrm>
              <a:off x="8536142" y="3860093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20427" y="0"/>
                  </a:moveTo>
                  <a:lnTo>
                    <a:pt x="0" y="10046"/>
                  </a:lnTo>
                  <a:lnTo>
                    <a:pt x="20427" y="2003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29"/>
            <p:cNvSpPr/>
            <p:nvPr/>
          </p:nvSpPr>
          <p:spPr>
            <a:xfrm>
              <a:off x="7929952" y="4182670"/>
              <a:ext cx="606220" cy="643356"/>
            </a:xfrm>
            <a:custGeom>
              <a:rect b="b" l="l" r="r" t="t"/>
              <a:pathLst>
                <a:path extrusionOk="0" h="20036" w="20372">
                  <a:moveTo>
                    <a:pt x="20371" y="0"/>
                  </a:moveTo>
                  <a:lnTo>
                    <a:pt x="0" y="9990"/>
                  </a:lnTo>
                  <a:lnTo>
                    <a:pt x="20371" y="20036"/>
                  </a:lnTo>
                  <a:lnTo>
                    <a:pt x="20371" y="0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29"/>
            <p:cNvSpPr/>
            <p:nvPr/>
          </p:nvSpPr>
          <p:spPr>
            <a:xfrm>
              <a:off x="7322095" y="4503448"/>
              <a:ext cx="607886" cy="643356"/>
            </a:xfrm>
            <a:custGeom>
              <a:rect b="b" l="l" r="r" t="t"/>
              <a:pathLst>
                <a:path extrusionOk="0" h="20036" w="20428">
                  <a:moveTo>
                    <a:pt x="20427" y="0"/>
                  </a:moveTo>
                  <a:lnTo>
                    <a:pt x="1" y="10046"/>
                  </a:lnTo>
                  <a:lnTo>
                    <a:pt x="20427" y="2003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C800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29"/>
            <p:cNvSpPr/>
            <p:nvPr/>
          </p:nvSpPr>
          <p:spPr>
            <a:xfrm>
              <a:off x="7929952" y="4825993"/>
              <a:ext cx="606220" cy="320811"/>
            </a:xfrm>
            <a:custGeom>
              <a:rect b="b" l="l" r="r" t="t"/>
              <a:pathLst>
                <a:path extrusionOk="0" h="9991" w="20372">
                  <a:moveTo>
                    <a:pt x="20371" y="1"/>
                  </a:moveTo>
                  <a:lnTo>
                    <a:pt x="0" y="9991"/>
                  </a:lnTo>
                  <a:lnTo>
                    <a:pt x="20371" y="9991"/>
                  </a:lnTo>
                  <a:lnTo>
                    <a:pt x="20371" y="1"/>
                  </a:lnTo>
                  <a:close/>
                </a:path>
              </a:pathLst>
            </a:custGeom>
            <a:solidFill>
              <a:srgbClr val="FFA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" name="Google Shape;279;p29"/>
            <p:cNvSpPr/>
            <p:nvPr/>
          </p:nvSpPr>
          <p:spPr>
            <a:xfrm>
              <a:off x="8536142" y="4503448"/>
              <a:ext cx="607856" cy="643356"/>
            </a:xfrm>
            <a:custGeom>
              <a:rect b="b" l="l" r="r" t="t"/>
              <a:pathLst>
                <a:path extrusionOk="0" h="20036" w="20427">
                  <a:moveTo>
                    <a:pt x="20427" y="0"/>
                  </a:moveTo>
                  <a:lnTo>
                    <a:pt x="0" y="10046"/>
                  </a:lnTo>
                  <a:lnTo>
                    <a:pt x="20427" y="2003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E806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" name="Google Shape;280;p29"/>
            <p:cNvSpPr/>
            <p:nvPr/>
          </p:nvSpPr>
          <p:spPr>
            <a:xfrm>
              <a:off x="6714243" y="4825993"/>
              <a:ext cx="607856" cy="320811"/>
            </a:xfrm>
            <a:custGeom>
              <a:rect b="b" l="l" r="r" t="t"/>
              <a:pathLst>
                <a:path extrusionOk="0" h="9991" w="20427">
                  <a:moveTo>
                    <a:pt x="20427" y="1"/>
                  </a:moveTo>
                  <a:lnTo>
                    <a:pt x="0" y="9991"/>
                  </a:lnTo>
                  <a:lnTo>
                    <a:pt x="20427" y="9991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64646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1" name="Google Shape;281;p29"/>
          <p:cNvSpPr txBox="1"/>
          <p:nvPr>
            <p:ph type="title"/>
          </p:nvPr>
        </p:nvSpPr>
        <p:spPr>
          <a:xfrm>
            <a:off x="1320025" y="1155367"/>
            <a:ext cx="6455700" cy="8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282" name="Google Shape;282;p29"/>
          <p:cNvSpPr txBox="1"/>
          <p:nvPr>
            <p:ph idx="1" type="body"/>
          </p:nvPr>
        </p:nvSpPr>
        <p:spPr>
          <a:xfrm>
            <a:off x="1320025" y="2110167"/>
            <a:ext cx="3133500" cy="394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◂"/>
              <a:defRPr sz="1800"/>
            </a:lvl1pPr>
            <a:lvl2pPr indent="-3429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2pPr>
            <a:lvl3pPr indent="-3429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283" name="Google Shape;283;p29"/>
          <p:cNvSpPr txBox="1"/>
          <p:nvPr>
            <p:ph idx="2" type="body"/>
          </p:nvPr>
        </p:nvSpPr>
        <p:spPr>
          <a:xfrm>
            <a:off x="4642177" y="2110167"/>
            <a:ext cx="3133500" cy="394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◂"/>
              <a:defRPr sz="1800"/>
            </a:lvl1pPr>
            <a:lvl2pPr indent="-3429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2pPr>
            <a:lvl3pPr indent="-3429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284" name="Google Shape;284;p29"/>
          <p:cNvSpPr txBox="1"/>
          <p:nvPr>
            <p:ph idx="12" type="sldNum"/>
          </p:nvPr>
        </p:nvSpPr>
        <p:spPr>
          <a:xfrm>
            <a:off x="8556784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bottom pattern">
  <p:cSld name="BLANK_2_1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6" name="Google Shape;286;p36"/>
          <p:cNvGrpSpPr/>
          <p:nvPr/>
        </p:nvGrpSpPr>
        <p:grpSpPr>
          <a:xfrm flipH="1" rot="10800000">
            <a:off x="900" y="5142411"/>
            <a:ext cx="9143992" cy="1715583"/>
            <a:chOff x="900" y="0"/>
            <a:chExt cx="9143992" cy="1286720"/>
          </a:xfrm>
        </p:grpSpPr>
        <p:sp>
          <p:nvSpPr>
            <p:cNvPr id="287" name="Google Shape;287;p36"/>
            <p:cNvSpPr/>
            <p:nvPr/>
          </p:nvSpPr>
          <p:spPr>
            <a:xfrm>
              <a:off x="4878953" y="643320"/>
              <a:ext cx="609899" cy="643388"/>
            </a:xfrm>
            <a:custGeom>
              <a:rect b="b" l="l" r="r" t="t"/>
              <a:pathLst>
                <a:path extrusionOk="0" h="20037" w="20427">
                  <a:moveTo>
                    <a:pt x="0" y="1"/>
                  </a:moveTo>
                  <a:lnTo>
                    <a:pt x="0" y="20037"/>
                  </a:lnTo>
                  <a:lnTo>
                    <a:pt x="20427" y="1004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A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" name="Google Shape;288;p36"/>
            <p:cNvSpPr/>
            <p:nvPr/>
          </p:nvSpPr>
          <p:spPr>
            <a:xfrm>
              <a:off x="5488830" y="322543"/>
              <a:ext cx="608257" cy="643388"/>
            </a:xfrm>
            <a:custGeom>
              <a:rect b="b" l="l" r="r" t="t"/>
              <a:pathLst>
                <a:path extrusionOk="0" h="20037" w="20372">
                  <a:moveTo>
                    <a:pt x="1" y="1"/>
                  </a:moveTo>
                  <a:lnTo>
                    <a:pt x="1" y="20037"/>
                  </a:lnTo>
                  <a:lnTo>
                    <a:pt x="20372" y="999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" name="Google Shape;289;p36"/>
            <p:cNvSpPr/>
            <p:nvPr/>
          </p:nvSpPr>
          <p:spPr>
            <a:xfrm>
              <a:off x="8536629" y="863"/>
              <a:ext cx="608257" cy="643388"/>
            </a:xfrm>
            <a:custGeom>
              <a:rect b="b" l="l" r="r" t="t"/>
              <a:pathLst>
                <a:path extrusionOk="0" h="20037" w="20372">
                  <a:moveTo>
                    <a:pt x="1" y="1"/>
                  </a:moveTo>
                  <a:lnTo>
                    <a:pt x="1" y="20037"/>
                  </a:lnTo>
                  <a:lnTo>
                    <a:pt x="20372" y="999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806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" name="Google Shape;290;p36"/>
            <p:cNvSpPr/>
            <p:nvPr/>
          </p:nvSpPr>
          <p:spPr>
            <a:xfrm>
              <a:off x="6706973" y="322543"/>
              <a:ext cx="609899" cy="643388"/>
            </a:xfrm>
            <a:custGeom>
              <a:rect b="b" l="l" r="r" t="t"/>
              <a:pathLst>
                <a:path extrusionOk="0" h="20037" w="20427">
                  <a:moveTo>
                    <a:pt x="0" y="1"/>
                  </a:moveTo>
                  <a:lnTo>
                    <a:pt x="0" y="20037"/>
                  </a:lnTo>
                  <a:lnTo>
                    <a:pt x="20427" y="999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p36"/>
            <p:cNvSpPr/>
            <p:nvPr/>
          </p:nvSpPr>
          <p:spPr>
            <a:xfrm>
              <a:off x="4878953" y="0"/>
              <a:ext cx="609899" cy="643356"/>
            </a:xfrm>
            <a:custGeom>
              <a:rect b="b" l="l" r="r" t="t"/>
              <a:pathLst>
                <a:path extrusionOk="0" h="20036" w="20427">
                  <a:moveTo>
                    <a:pt x="0" y="0"/>
                  </a:moveTo>
                  <a:lnTo>
                    <a:pt x="0" y="20036"/>
                  </a:lnTo>
                  <a:lnTo>
                    <a:pt x="20427" y="100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A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" name="Google Shape;292;p36"/>
            <p:cNvSpPr/>
            <p:nvPr/>
          </p:nvSpPr>
          <p:spPr>
            <a:xfrm>
              <a:off x="5488830" y="0"/>
              <a:ext cx="608257" cy="322577"/>
            </a:xfrm>
            <a:custGeom>
              <a:rect b="b" l="l" r="r" t="t"/>
              <a:pathLst>
                <a:path extrusionOk="0" h="10046" w="20372">
                  <a:moveTo>
                    <a:pt x="1" y="0"/>
                  </a:moveTo>
                  <a:lnTo>
                    <a:pt x="1" y="10046"/>
                  </a:lnTo>
                  <a:lnTo>
                    <a:pt x="20372" y="0"/>
                  </a:lnTo>
                  <a:close/>
                </a:path>
              </a:pathLst>
            </a:custGeom>
            <a:solidFill>
              <a:srgbClr val="FFC800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" name="Google Shape;293;p36"/>
            <p:cNvSpPr/>
            <p:nvPr/>
          </p:nvSpPr>
          <p:spPr>
            <a:xfrm>
              <a:off x="6097065" y="0"/>
              <a:ext cx="609929" cy="643356"/>
            </a:xfrm>
            <a:custGeom>
              <a:rect b="b" l="l" r="r" t="t"/>
              <a:pathLst>
                <a:path extrusionOk="0" h="20036" w="20428">
                  <a:moveTo>
                    <a:pt x="1" y="0"/>
                  </a:moveTo>
                  <a:lnTo>
                    <a:pt x="1" y="20036"/>
                  </a:lnTo>
                  <a:lnTo>
                    <a:pt x="20427" y="1004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p36"/>
            <p:cNvSpPr/>
            <p:nvPr/>
          </p:nvSpPr>
          <p:spPr>
            <a:xfrm>
              <a:off x="6706973" y="0"/>
              <a:ext cx="609899" cy="322577"/>
            </a:xfrm>
            <a:custGeom>
              <a:rect b="b" l="l" r="r" t="t"/>
              <a:pathLst>
                <a:path extrusionOk="0" h="10046" w="20427">
                  <a:moveTo>
                    <a:pt x="0" y="0"/>
                  </a:moveTo>
                  <a:lnTo>
                    <a:pt x="0" y="1004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A400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" name="Google Shape;295;p36"/>
            <p:cNvSpPr/>
            <p:nvPr/>
          </p:nvSpPr>
          <p:spPr>
            <a:xfrm>
              <a:off x="7316850" y="0"/>
              <a:ext cx="609929" cy="643356"/>
            </a:xfrm>
            <a:custGeom>
              <a:rect b="b" l="l" r="r" t="t"/>
              <a:pathLst>
                <a:path extrusionOk="0" h="20036" w="20428">
                  <a:moveTo>
                    <a:pt x="1" y="0"/>
                  </a:moveTo>
                  <a:lnTo>
                    <a:pt x="1" y="20036"/>
                  </a:lnTo>
                  <a:lnTo>
                    <a:pt x="20427" y="1004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646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" name="Google Shape;296;p36"/>
            <p:cNvSpPr/>
            <p:nvPr/>
          </p:nvSpPr>
          <p:spPr>
            <a:xfrm>
              <a:off x="4878953" y="322543"/>
              <a:ext cx="609899" cy="643388"/>
            </a:xfrm>
            <a:custGeom>
              <a:rect b="b" l="l" r="r" t="t"/>
              <a:pathLst>
                <a:path extrusionOk="0" h="20037" w="20427">
                  <a:moveTo>
                    <a:pt x="20427" y="1"/>
                  </a:moveTo>
                  <a:lnTo>
                    <a:pt x="0" y="9991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646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" name="Google Shape;297;p36"/>
            <p:cNvSpPr/>
            <p:nvPr/>
          </p:nvSpPr>
          <p:spPr>
            <a:xfrm>
              <a:off x="5488830" y="643320"/>
              <a:ext cx="608257" cy="643388"/>
            </a:xfrm>
            <a:custGeom>
              <a:rect b="b" l="l" r="r" t="t"/>
              <a:pathLst>
                <a:path extrusionOk="0" h="20037" w="20372">
                  <a:moveTo>
                    <a:pt x="20372" y="1"/>
                  </a:moveTo>
                  <a:lnTo>
                    <a:pt x="1" y="10047"/>
                  </a:lnTo>
                  <a:lnTo>
                    <a:pt x="20372" y="20037"/>
                  </a:lnTo>
                  <a:lnTo>
                    <a:pt x="20372" y="1"/>
                  </a:lnTo>
                  <a:close/>
                </a:path>
              </a:pathLst>
            </a:custGeom>
            <a:solidFill>
              <a:srgbClr val="FFC800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" name="Google Shape;298;p36"/>
            <p:cNvSpPr/>
            <p:nvPr/>
          </p:nvSpPr>
          <p:spPr>
            <a:xfrm>
              <a:off x="7926751" y="863"/>
              <a:ext cx="609899" cy="643388"/>
            </a:xfrm>
            <a:custGeom>
              <a:rect b="b" l="l" r="r" t="t"/>
              <a:pathLst>
                <a:path extrusionOk="0" h="20037" w="20427">
                  <a:moveTo>
                    <a:pt x="20427" y="1"/>
                  </a:moveTo>
                  <a:lnTo>
                    <a:pt x="0" y="9991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Google Shape;299;p36"/>
            <p:cNvSpPr/>
            <p:nvPr/>
          </p:nvSpPr>
          <p:spPr>
            <a:xfrm>
              <a:off x="8536629" y="321640"/>
              <a:ext cx="608257" cy="643388"/>
            </a:xfrm>
            <a:custGeom>
              <a:rect b="b" l="l" r="r" t="t"/>
              <a:pathLst>
                <a:path extrusionOk="0" h="20037" w="20372">
                  <a:moveTo>
                    <a:pt x="20372" y="1"/>
                  </a:moveTo>
                  <a:lnTo>
                    <a:pt x="1" y="10047"/>
                  </a:lnTo>
                  <a:lnTo>
                    <a:pt x="20372" y="20037"/>
                  </a:lnTo>
                  <a:lnTo>
                    <a:pt x="20372" y="1"/>
                  </a:lnTo>
                  <a:close/>
                </a:path>
              </a:pathLst>
            </a:custGeom>
            <a:solidFill>
              <a:srgbClr val="F646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" name="Google Shape;300;p36"/>
            <p:cNvSpPr/>
            <p:nvPr/>
          </p:nvSpPr>
          <p:spPr>
            <a:xfrm>
              <a:off x="6097065" y="322543"/>
              <a:ext cx="609929" cy="643388"/>
            </a:xfrm>
            <a:custGeom>
              <a:rect b="b" l="l" r="r" t="t"/>
              <a:pathLst>
                <a:path extrusionOk="0" h="20037" w="20428">
                  <a:moveTo>
                    <a:pt x="20427" y="1"/>
                  </a:moveTo>
                  <a:lnTo>
                    <a:pt x="1" y="9991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FA400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p36"/>
            <p:cNvSpPr/>
            <p:nvPr/>
          </p:nvSpPr>
          <p:spPr>
            <a:xfrm>
              <a:off x="6706962" y="643329"/>
              <a:ext cx="609929" cy="643388"/>
            </a:xfrm>
            <a:custGeom>
              <a:rect b="b" l="l" r="r" t="t"/>
              <a:pathLst>
                <a:path extrusionOk="0" h="20037" w="20428">
                  <a:moveTo>
                    <a:pt x="20427" y="1"/>
                  </a:moveTo>
                  <a:lnTo>
                    <a:pt x="1" y="9991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36"/>
            <p:cNvSpPr/>
            <p:nvPr/>
          </p:nvSpPr>
          <p:spPr>
            <a:xfrm>
              <a:off x="4878953" y="0"/>
              <a:ext cx="609899" cy="322577"/>
            </a:xfrm>
            <a:custGeom>
              <a:rect b="b" l="l" r="r" t="t"/>
              <a:pathLst>
                <a:path extrusionOk="0" h="10046" w="20427">
                  <a:moveTo>
                    <a:pt x="0" y="0"/>
                  </a:moveTo>
                  <a:lnTo>
                    <a:pt x="20427" y="1004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36"/>
            <p:cNvSpPr/>
            <p:nvPr/>
          </p:nvSpPr>
          <p:spPr>
            <a:xfrm>
              <a:off x="5488830" y="0"/>
              <a:ext cx="608257" cy="643356"/>
            </a:xfrm>
            <a:custGeom>
              <a:rect b="b" l="l" r="r" t="t"/>
              <a:pathLst>
                <a:path extrusionOk="0" h="20036" w="20372">
                  <a:moveTo>
                    <a:pt x="20372" y="0"/>
                  </a:moveTo>
                  <a:lnTo>
                    <a:pt x="1" y="10046"/>
                  </a:lnTo>
                  <a:lnTo>
                    <a:pt x="20372" y="20036"/>
                  </a:lnTo>
                  <a:lnTo>
                    <a:pt x="20372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" name="Google Shape;304;p36"/>
            <p:cNvSpPr/>
            <p:nvPr/>
          </p:nvSpPr>
          <p:spPr>
            <a:xfrm>
              <a:off x="6097065" y="0"/>
              <a:ext cx="609929" cy="322577"/>
            </a:xfrm>
            <a:custGeom>
              <a:rect b="b" l="l" r="r" t="t"/>
              <a:pathLst>
                <a:path extrusionOk="0" h="10046" w="20428">
                  <a:moveTo>
                    <a:pt x="1" y="0"/>
                  </a:moveTo>
                  <a:lnTo>
                    <a:pt x="20427" y="1004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A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" name="Google Shape;305;p36"/>
            <p:cNvSpPr/>
            <p:nvPr/>
          </p:nvSpPr>
          <p:spPr>
            <a:xfrm>
              <a:off x="8534993" y="0"/>
              <a:ext cx="609899" cy="322577"/>
            </a:xfrm>
            <a:custGeom>
              <a:rect b="b" l="l" r="r" t="t"/>
              <a:pathLst>
                <a:path extrusionOk="0" h="10046" w="20427">
                  <a:moveTo>
                    <a:pt x="0" y="0"/>
                  </a:moveTo>
                  <a:lnTo>
                    <a:pt x="20427" y="1004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A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p36"/>
            <p:cNvSpPr/>
            <p:nvPr/>
          </p:nvSpPr>
          <p:spPr>
            <a:xfrm>
              <a:off x="7926757" y="0"/>
              <a:ext cx="608257" cy="322577"/>
            </a:xfrm>
            <a:custGeom>
              <a:rect b="b" l="l" r="r" t="t"/>
              <a:pathLst>
                <a:path extrusionOk="0" h="10046" w="20372">
                  <a:moveTo>
                    <a:pt x="0" y="0"/>
                  </a:moveTo>
                  <a:lnTo>
                    <a:pt x="0" y="10046"/>
                  </a:lnTo>
                  <a:lnTo>
                    <a:pt x="20371" y="0"/>
                  </a:lnTo>
                  <a:close/>
                </a:path>
              </a:pathLst>
            </a:custGeom>
            <a:solidFill>
              <a:srgbClr val="FFC800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" name="Google Shape;307;p36"/>
            <p:cNvSpPr/>
            <p:nvPr/>
          </p:nvSpPr>
          <p:spPr>
            <a:xfrm>
              <a:off x="7925909" y="321643"/>
              <a:ext cx="609899" cy="643388"/>
            </a:xfrm>
            <a:custGeom>
              <a:rect b="b" l="l" r="r" t="t"/>
              <a:pathLst>
                <a:path extrusionOk="0" h="20037" w="20427">
                  <a:moveTo>
                    <a:pt x="0" y="1"/>
                  </a:moveTo>
                  <a:lnTo>
                    <a:pt x="0" y="20037"/>
                  </a:lnTo>
                  <a:lnTo>
                    <a:pt x="20427" y="999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64646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" name="Google Shape;308;p36"/>
            <p:cNvSpPr/>
            <p:nvPr/>
          </p:nvSpPr>
          <p:spPr>
            <a:xfrm flipH="1">
              <a:off x="7316858" y="643329"/>
              <a:ext cx="609929" cy="643388"/>
            </a:xfrm>
            <a:custGeom>
              <a:rect b="b" l="l" r="r" t="t"/>
              <a:pathLst>
                <a:path extrusionOk="0" h="20037" w="20428">
                  <a:moveTo>
                    <a:pt x="20427" y="1"/>
                  </a:moveTo>
                  <a:lnTo>
                    <a:pt x="1" y="9991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p36"/>
            <p:cNvSpPr/>
            <p:nvPr/>
          </p:nvSpPr>
          <p:spPr>
            <a:xfrm>
              <a:off x="900" y="643324"/>
              <a:ext cx="609899" cy="643388"/>
            </a:xfrm>
            <a:custGeom>
              <a:rect b="b" l="l" r="r" t="t"/>
              <a:pathLst>
                <a:path extrusionOk="0" h="20037" w="20427">
                  <a:moveTo>
                    <a:pt x="0" y="1"/>
                  </a:moveTo>
                  <a:lnTo>
                    <a:pt x="0" y="20037"/>
                  </a:lnTo>
                  <a:lnTo>
                    <a:pt x="20427" y="1004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A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p36"/>
            <p:cNvSpPr/>
            <p:nvPr/>
          </p:nvSpPr>
          <p:spPr>
            <a:xfrm>
              <a:off x="610793" y="322545"/>
              <a:ext cx="608257" cy="643388"/>
            </a:xfrm>
            <a:custGeom>
              <a:rect b="b" l="l" r="r" t="t"/>
              <a:pathLst>
                <a:path extrusionOk="0" h="20037" w="20372">
                  <a:moveTo>
                    <a:pt x="1" y="1"/>
                  </a:moveTo>
                  <a:lnTo>
                    <a:pt x="1" y="20037"/>
                  </a:lnTo>
                  <a:lnTo>
                    <a:pt x="20372" y="999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A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" name="Google Shape;311;p36"/>
            <p:cNvSpPr/>
            <p:nvPr/>
          </p:nvSpPr>
          <p:spPr>
            <a:xfrm>
              <a:off x="3658671" y="863"/>
              <a:ext cx="608257" cy="643388"/>
            </a:xfrm>
            <a:custGeom>
              <a:rect b="b" l="l" r="r" t="t"/>
              <a:pathLst>
                <a:path extrusionOk="0" h="20037" w="20372">
                  <a:moveTo>
                    <a:pt x="1" y="1"/>
                  </a:moveTo>
                  <a:lnTo>
                    <a:pt x="1" y="20037"/>
                  </a:lnTo>
                  <a:lnTo>
                    <a:pt x="20372" y="999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646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" name="Google Shape;312;p36"/>
            <p:cNvSpPr/>
            <p:nvPr/>
          </p:nvSpPr>
          <p:spPr>
            <a:xfrm>
              <a:off x="1828968" y="322545"/>
              <a:ext cx="609899" cy="643388"/>
            </a:xfrm>
            <a:custGeom>
              <a:rect b="b" l="l" r="r" t="t"/>
              <a:pathLst>
                <a:path extrusionOk="0" h="20037" w="20427">
                  <a:moveTo>
                    <a:pt x="0" y="1"/>
                  </a:moveTo>
                  <a:lnTo>
                    <a:pt x="0" y="20037"/>
                  </a:lnTo>
                  <a:lnTo>
                    <a:pt x="20427" y="999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" name="Google Shape;313;p36"/>
            <p:cNvSpPr/>
            <p:nvPr/>
          </p:nvSpPr>
          <p:spPr>
            <a:xfrm>
              <a:off x="4266922" y="321642"/>
              <a:ext cx="609929" cy="643388"/>
            </a:xfrm>
            <a:custGeom>
              <a:rect b="b" l="l" r="r" t="t"/>
              <a:pathLst>
                <a:path extrusionOk="0" h="20037" w="20428">
                  <a:moveTo>
                    <a:pt x="1" y="1"/>
                  </a:moveTo>
                  <a:lnTo>
                    <a:pt x="1" y="20037"/>
                  </a:lnTo>
                  <a:lnTo>
                    <a:pt x="20427" y="1004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64646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p36"/>
            <p:cNvSpPr/>
            <p:nvPr/>
          </p:nvSpPr>
          <p:spPr>
            <a:xfrm>
              <a:off x="900" y="0"/>
              <a:ext cx="609899" cy="643356"/>
            </a:xfrm>
            <a:custGeom>
              <a:rect b="b" l="l" r="r" t="t"/>
              <a:pathLst>
                <a:path extrusionOk="0" h="20036" w="20427">
                  <a:moveTo>
                    <a:pt x="0" y="0"/>
                  </a:moveTo>
                  <a:lnTo>
                    <a:pt x="0" y="20036"/>
                  </a:lnTo>
                  <a:lnTo>
                    <a:pt x="20427" y="100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61C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36"/>
            <p:cNvSpPr/>
            <p:nvPr/>
          </p:nvSpPr>
          <p:spPr>
            <a:xfrm>
              <a:off x="610793" y="0"/>
              <a:ext cx="608257" cy="322577"/>
            </a:xfrm>
            <a:custGeom>
              <a:rect b="b" l="l" r="r" t="t"/>
              <a:pathLst>
                <a:path extrusionOk="0" h="10046" w="20372">
                  <a:moveTo>
                    <a:pt x="1" y="0"/>
                  </a:moveTo>
                  <a:lnTo>
                    <a:pt x="1" y="10046"/>
                  </a:lnTo>
                  <a:lnTo>
                    <a:pt x="20372" y="0"/>
                  </a:lnTo>
                  <a:close/>
                </a:path>
              </a:pathLst>
            </a:custGeom>
            <a:solidFill>
              <a:srgbClr val="FFC800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" name="Google Shape;316;p36"/>
            <p:cNvSpPr/>
            <p:nvPr/>
          </p:nvSpPr>
          <p:spPr>
            <a:xfrm>
              <a:off x="1219044" y="0"/>
              <a:ext cx="609929" cy="643356"/>
            </a:xfrm>
            <a:custGeom>
              <a:rect b="b" l="l" r="r" t="t"/>
              <a:pathLst>
                <a:path extrusionOk="0" h="20036" w="20428">
                  <a:moveTo>
                    <a:pt x="1" y="0"/>
                  </a:moveTo>
                  <a:lnTo>
                    <a:pt x="1" y="20036"/>
                  </a:lnTo>
                  <a:lnTo>
                    <a:pt x="20427" y="1004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646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" name="Google Shape;317;p36"/>
            <p:cNvSpPr/>
            <p:nvPr/>
          </p:nvSpPr>
          <p:spPr>
            <a:xfrm>
              <a:off x="1828968" y="0"/>
              <a:ext cx="609899" cy="322577"/>
            </a:xfrm>
            <a:custGeom>
              <a:rect b="b" l="l" r="r" t="t"/>
              <a:pathLst>
                <a:path extrusionOk="0" h="10046" w="20427">
                  <a:moveTo>
                    <a:pt x="0" y="0"/>
                  </a:moveTo>
                  <a:lnTo>
                    <a:pt x="0" y="1004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A400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" name="Google Shape;318;p36"/>
            <p:cNvSpPr/>
            <p:nvPr/>
          </p:nvSpPr>
          <p:spPr>
            <a:xfrm>
              <a:off x="2438861" y="0"/>
              <a:ext cx="609929" cy="643356"/>
            </a:xfrm>
            <a:custGeom>
              <a:rect b="b" l="l" r="r" t="t"/>
              <a:pathLst>
                <a:path extrusionOk="0" h="20036" w="20428">
                  <a:moveTo>
                    <a:pt x="1" y="0"/>
                  </a:moveTo>
                  <a:lnTo>
                    <a:pt x="1" y="20036"/>
                  </a:lnTo>
                  <a:lnTo>
                    <a:pt x="20427" y="1004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646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" name="Google Shape;319;p36"/>
            <p:cNvSpPr/>
            <p:nvPr/>
          </p:nvSpPr>
          <p:spPr>
            <a:xfrm>
              <a:off x="900" y="322545"/>
              <a:ext cx="609899" cy="643388"/>
            </a:xfrm>
            <a:custGeom>
              <a:rect b="b" l="l" r="r" t="t"/>
              <a:pathLst>
                <a:path extrusionOk="0" h="20037" w="20427">
                  <a:moveTo>
                    <a:pt x="20427" y="1"/>
                  </a:moveTo>
                  <a:lnTo>
                    <a:pt x="0" y="9991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E806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" name="Google Shape;320;p36"/>
            <p:cNvSpPr/>
            <p:nvPr/>
          </p:nvSpPr>
          <p:spPr>
            <a:xfrm>
              <a:off x="610793" y="643324"/>
              <a:ext cx="608257" cy="643388"/>
            </a:xfrm>
            <a:custGeom>
              <a:rect b="b" l="l" r="r" t="t"/>
              <a:pathLst>
                <a:path extrusionOk="0" h="20037" w="20372">
                  <a:moveTo>
                    <a:pt x="20372" y="1"/>
                  </a:moveTo>
                  <a:lnTo>
                    <a:pt x="1" y="10047"/>
                  </a:lnTo>
                  <a:lnTo>
                    <a:pt x="20372" y="20037"/>
                  </a:lnTo>
                  <a:lnTo>
                    <a:pt x="20372" y="1"/>
                  </a:lnTo>
                  <a:close/>
                </a:path>
              </a:pathLst>
            </a:custGeom>
            <a:solidFill>
              <a:srgbClr val="FFC800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p36"/>
            <p:cNvSpPr/>
            <p:nvPr/>
          </p:nvSpPr>
          <p:spPr>
            <a:xfrm>
              <a:off x="3048778" y="863"/>
              <a:ext cx="609899" cy="643388"/>
            </a:xfrm>
            <a:custGeom>
              <a:rect b="b" l="l" r="r" t="t"/>
              <a:pathLst>
                <a:path extrusionOk="0" h="20037" w="20427">
                  <a:moveTo>
                    <a:pt x="20427" y="1"/>
                  </a:moveTo>
                  <a:lnTo>
                    <a:pt x="0" y="9991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22;p36"/>
            <p:cNvSpPr/>
            <p:nvPr/>
          </p:nvSpPr>
          <p:spPr>
            <a:xfrm>
              <a:off x="3658671" y="321642"/>
              <a:ext cx="608257" cy="643388"/>
            </a:xfrm>
            <a:custGeom>
              <a:rect b="b" l="l" r="r" t="t"/>
              <a:pathLst>
                <a:path extrusionOk="0" h="20037" w="20372">
                  <a:moveTo>
                    <a:pt x="20372" y="1"/>
                  </a:moveTo>
                  <a:lnTo>
                    <a:pt x="1" y="10047"/>
                  </a:lnTo>
                  <a:lnTo>
                    <a:pt x="20372" y="20037"/>
                  </a:lnTo>
                  <a:lnTo>
                    <a:pt x="20372" y="1"/>
                  </a:lnTo>
                  <a:close/>
                </a:path>
              </a:pathLst>
            </a:custGeom>
            <a:solidFill>
              <a:srgbClr val="FFA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23;p36"/>
            <p:cNvSpPr/>
            <p:nvPr/>
          </p:nvSpPr>
          <p:spPr>
            <a:xfrm>
              <a:off x="1219044" y="322545"/>
              <a:ext cx="609929" cy="643388"/>
            </a:xfrm>
            <a:custGeom>
              <a:rect b="b" l="l" r="r" t="t"/>
              <a:pathLst>
                <a:path extrusionOk="0" h="20037" w="20428">
                  <a:moveTo>
                    <a:pt x="20427" y="1"/>
                  </a:moveTo>
                  <a:lnTo>
                    <a:pt x="1" y="9991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FC800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36"/>
            <p:cNvSpPr/>
            <p:nvPr/>
          </p:nvSpPr>
          <p:spPr>
            <a:xfrm>
              <a:off x="4266922" y="863"/>
              <a:ext cx="609929" cy="643388"/>
            </a:xfrm>
            <a:custGeom>
              <a:rect b="b" l="l" r="r" t="t"/>
              <a:pathLst>
                <a:path extrusionOk="0" h="20037" w="20428">
                  <a:moveTo>
                    <a:pt x="20427" y="1"/>
                  </a:moveTo>
                  <a:lnTo>
                    <a:pt x="1" y="9991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FA400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36"/>
            <p:cNvSpPr/>
            <p:nvPr/>
          </p:nvSpPr>
          <p:spPr>
            <a:xfrm>
              <a:off x="900" y="0"/>
              <a:ext cx="609899" cy="322577"/>
            </a:xfrm>
            <a:custGeom>
              <a:rect b="b" l="l" r="r" t="t"/>
              <a:pathLst>
                <a:path extrusionOk="0" h="10046" w="20427">
                  <a:moveTo>
                    <a:pt x="0" y="0"/>
                  </a:moveTo>
                  <a:lnTo>
                    <a:pt x="20427" y="1004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A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36"/>
            <p:cNvSpPr/>
            <p:nvPr/>
          </p:nvSpPr>
          <p:spPr>
            <a:xfrm>
              <a:off x="610793" y="0"/>
              <a:ext cx="608257" cy="643356"/>
            </a:xfrm>
            <a:custGeom>
              <a:rect b="b" l="l" r="r" t="t"/>
              <a:pathLst>
                <a:path extrusionOk="0" h="20036" w="20372">
                  <a:moveTo>
                    <a:pt x="20372" y="0"/>
                  </a:moveTo>
                  <a:lnTo>
                    <a:pt x="1" y="10046"/>
                  </a:lnTo>
                  <a:lnTo>
                    <a:pt x="20372" y="20036"/>
                  </a:lnTo>
                  <a:lnTo>
                    <a:pt x="20372" y="0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36"/>
            <p:cNvSpPr/>
            <p:nvPr/>
          </p:nvSpPr>
          <p:spPr>
            <a:xfrm>
              <a:off x="1219044" y="0"/>
              <a:ext cx="609929" cy="322577"/>
            </a:xfrm>
            <a:custGeom>
              <a:rect b="b" l="l" r="r" t="t"/>
              <a:pathLst>
                <a:path extrusionOk="0" h="10046" w="20428">
                  <a:moveTo>
                    <a:pt x="1" y="0"/>
                  </a:moveTo>
                  <a:lnTo>
                    <a:pt x="20427" y="1004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E806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" name="Google Shape;328;p36"/>
            <p:cNvSpPr/>
            <p:nvPr/>
          </p:nvSpPr>
          <p:spPr>
            <a:xfrm>
              <a:off x="4266958" y="0"/>
              <a:ext cx="609899" cy="322577"/>
            </a:xfrm>
            <a:custGeom>
              <a:rect b="b" l="l" r="r" t="t"/>
              <a:pathLst>
                <a:path extrusionOk="0" h="10046" w="20427">
                  <a:moveTo>
                    <a:pt x="0" y="0"/>
                  </a:moveTo>
                  <a:lnTo>
                    <a:pt x="0" y="1004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p36"/>
            <p:cNvSpPr/>
            <p:nvPr/>
          </p:nvSpPr>
          <p:spPr>
            <a:xfrm>
              <a:off x="3657035" y="0"/>
              <a:ext cx="609899" cy="322577"/>
            </a:xfrm>
            <a:custGeom>
              <a:rect b="b" l="l" r="r" t="t"/>
              <a:pathLst>
                <a:path extrusionOk="0" h="10046" w="20427">
                  <a:moveTo>
                    <a:pt x="0" y="0"/>
                  </a:moveTo>
                  <a:lnTo>
                    <a:pt x="20427" y="1004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A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" name="Google Shape;330;p36"/>
            <p:cNvSpPr/>
            <p:nvPr/>
          </p:nvSpPr>
          <p:spPr>
            <a:xfrm>
              <a:off x="3048784" y="0"/>
              <a:ext cx="608257" cy="322577"/>
            </a:xfrm>
            <a:custGeom>
              <a:rect b="b" l="l" r="r" t="t"/>
              <a:pathLst>
                <a:path extrusionOk="0" h="10046" w="20372">
                  <a:moveTo>
                    <a:pt x="0" y="0"/>
                  </a:moveTo>
                  <a:lnTo>
                    <a:pt x="0" y="10046"/>
                  </a:lnTo>
                  <a:lnTo>
                    <a:pt x="20371" y="0"/>
                  </a:lnTo>
                  <a:close/>
                </a:path>
              </a:pathLst>
            </a:custGeom>
            <a:solidFill>
              <a:srgbClr val="FFC800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" name="Google Shape;331;p36"/>
            <p:cNvSpPr/>
            <p:nvPr/>
          </p:nvSpPr>
          <p:spPr>
            <a:xfrm>
              <a:off x="2438861" y="0"/>
              <a:ext cx="609929" cy="322577"/>
            </a:xfrm>
            <a:custGeom>
              <a:rect b="b" l="l" r="r" t="t"/>
              <a:pathLst>
                <a:path extrusionOk="0" h="10046" w="20428">
                  <a:moveTo>
                    <a:pt x="1" y="0"/>
                  </a:moveTo>
                  <a:lnTo>
                    <a:pt x="20427" y="1004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A61C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" name="Google Shape;332;p36"/>
            <p:cNvSpPr/>
            <p:nvPr/>
          </p:nvSpPr>
          <p:spPr>
            <a:xfrm>
              <a:off x="3047936" y="321645"/>
              <a:ext cx="609899" cy="643388"/>
            </a:xfrm>
            <a:custGeom>
              <a:rect b="b" l="l" r="r" t="t"/>
              <a:pathLst>
                <a:path extrusionOk="0" h="20037" w="20427">
                  <a:moveTo>
                    <a:pt x="0" y="1"/>
                  </a:moveTo>
                  <a:lnTo>
                    <a:pt x="0" y="20037"/>
                  </a:lnTo>
                  <a:lnTo>
                    <a:pt x="20427" y="999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C800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" name="Google Shape;333;p36"/>
            <p:cNvSpPr/>
            <p:nvPr/>
          </p:nvSpPr>
          <p:spPr>
            <a:xfrm flipH="1">
              <a:off x="3658935" y="643332"/>
              <a:ext cx="609929" cy="643388"/>
            </a:xfrm>
            <a:custGeom>
              <a:rect b="b" l="l" r="r" t="t"/>
              <a:pathLst>
                <a:path extrusionOk="0" h="20037" w="20428">
                  <a:moveTo>
                    <a:pt x="20427" y="1"/>
                  </a:moveTo>
                  <a:lnTo>
                    <a:pt x="1" y="9991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p36"/>
            <p:cNvSpPr/>
            <p:nvPr/>
          </p:nvSpPr>
          <p:spPr>
            <a:xfrm flipH="1">
              <a:off x="1219312" y="643329"/>
              <a:ext cx="609929" cy="643388"/>
            </a:xfrm>
            <a:custGeom>
              <a:rect b="b" l="l" r="r" t="t"/>
              <a:pathLst>
                <a:path extrusionOk="0" h="20037" w="20428">
                  <a:moveTo>
                    <a:pt x="20427" y="1"/>
                  </a:moveTo>
                  <a:lnTo>
                    <a:pt x="1" y="9991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5" name="Google Shape;335;p36"/>
          <p:cNvSpPr txBox="1"/>
          <p:nvPr>
            <p:ph idx="12" type="sldNum"/>
          </p:nvPr>
        </p:nvSpPr>
        <p:spPr>
          <a:xfrm>
            <a:off x="8556784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itle">
  <p:cSld name="TITLE_1">
    <p:bg>
      <p:bgPr>
        <a:solidFill>
          <a:srgbClr val="FFA400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0"/>
          <p:cNvSpPr txBox="1"/>
          <p:nvPr>
            <p:ph type="ctrTitle"/>
          </p:nvPr>
        </p:nvSpPr>
        <p:spPr>
          <a:xfrm>
            <a:off x="685800" y="2212733"/>
            <a:ext cx="4252500" cy="1546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338" name="Google Shape;338;p30"/>
          <p:cNvSpPr txBox="1"/>
          <p:nvPr>
            <p:ph idx="1" type="subTitle"/>
          </p:nvPr>
        </p:nvSpPr>
        <p:spPr>
          <a:xfrm>
            <a:off x="685800" y="3583536"/>
            <a:ext cx="4252500" cy="10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grpSp>
        <p:nvGrpSpPr>
          <p:cNvPr id="339" name="Google Shape;339;p30"/>
          <p:cNvGrpSpPr/>
          <p:nvPr/>
        </p:nvGrpSpPr>
        <p:grpSpPr>
          <a:xfrm>
            <a:off x="4894945" y="-15"/>
            <a:ext cx="4252453" cy="6862248"/>
            <a:chOff x="4894945" y="-11"/>
            <a:chExt cx="4252453" cy="5146815"/>
          </a:xfrm>
        </p:grpSpPr>
        <p:sp>
          <p:nvSpPr>
            <p:cNvPr id="340" name="Google Shape;340;p30"/>
            <p:cNvSpPr/>
            <p:nvPr/>
          </p:nvSpPr>
          <p:spPr>
            <a:xfrm>
              <a:off x="6108962" y="4182670"/>
              <a:ext cx="607886" cy="643356"/>
            </a:xfrm>
            <a:custGeom>
              <a:rect b="b" l="l" r="r" t="t"/>
              <a:pathLst>
                <a:path extrusionOk="0" h="20036" w="20428">
                  <a:moveTo>
                    <a:pt x="1" y="0"/>
                  </a:moveTo>
                  <a:lnTo>
                    <a:pt x="1" y="20036"/>
                  </a:lnTo>
                  <a:lnTo>
                    <a:pt x="20427" y="999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>
                <a:alpha val="2235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" name="Google Shape;341;p30"/>
            <p:cNvSpPr/>
            <p:nvPr/>
          </p:nvSpPr>
          <p:spPr>
            <a:xfrm>
              <a:off x="6716818" y="3860093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0" y="0"/>
                  </a:moveTo>
                  <a:lnTo>
                    <a:pt x="0" y="20036"/>
                  </a:lnTo>
                  <a:lnTo>
                    <a:pt x="20427" y="100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" name="Google Shape;342;p30"/>
            <p:cNvSpPr/>
            <p:nvPr/>
          </p:nvSpPr>
          <p:spPr>
            <a:xfrm>
              <a:off x="7324645" y="3539314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1" y="0"/>
                  </a:moveTo>
                  <a:lnTo>
                    <a:pt x="1" y="20036"/>
                  </a:lnTo>
                  <a:lnTo>
                    <a:pt x="20427" y="999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646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" name="Google Shape;343;p30"/>
            <p:cNvSpPr/>
            <p:nvPr/>
          </p:nvSpPr>
          <p:spPr>
            <a:xfrm>
              <a:off x="7324645" y="4182670"/>
              <a:ext cx="607886" cy="643356"/>
            </a:xfrm>
            <a:custGeom>
              <a:rect b="b" l="l" r="r" t="t"/>
              <a:pathLst>
                <a:path extrusionOk="0" h="20036" w="20428">
                  <a:moveTo>
                    <a:pt x="1" y="0"/>
                  </a:moveTo>
                  <a:lnTo>
                    <a:pt x="1" y="20036"/>
                  </a:lnTo>
                  <a:lnTo>
                    <a:pt x="20427" y="9990"/>
                  </a:lnTo>
                  <a:lnTo>
                    <a:pt x="1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F9CB9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" name="Google Shape;344;p30"/>
            <p:cNvSpPr/>
            <p:nvPr/>
          </p:nvSpPr>
          <p:spPr>
            <a:xfrm>
              <a:off x="7932502" y="643313"/>
              <a:ext cx="606220" cy="643388"/>
            </a:xfrm>
            <a:custGeom>
              <a:rect b="b" l="l" r="r" t="t"/>
              <a:pathLst>
                <a:path extrusionOk="0" h="20037" w="20372">
                  <a:moveTo>
                    <a:pt x="0" y="1"/>
                  </a:moveTo>
                  <a:lnTo>
                    <a:pt x="0" y="20037"/>
                  </a:lnTo>
                  <a:lnTo>
                    <a:pt x="20371" y="1004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>
                <a:alpha val="509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" name="Google Shape;345;p30"/>
            <p:cNvSpPr/>
            <p:nvPr/>
          </p:nvSpPr>
          <p:spPr>
            <a:xfrm>
              <a:off x="8538692" y="322534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0" y="1"/>
                  </a:moveTo>
                  <a:lnTo>
                    <a:pt x="0" y="20037"/>
                  </a:lnTo>
                  <a:lnTo>
                    <a:pt x="20427" y="9991"/>
                  </a:lnTo>
                  <a:lnTo>
                    <a:pt x="0" y="1"/>
                  </a:lnTo>
                  <a:close/>
                </a:path>
              </a:pathLst>
            </a:custGeom>
            <a:noFill/>
            <a:ln cap="flat" cmpd="sng" w="9525">
              <a:solidFill>
                <a:srgbClr val="F9CB9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p30"/>
            <p:cNvSpPr/>
            <p:nvPr/>
          </p:nvSpPr>
          <p:spPr>
            <a:xfrm>
              <a:off x="7932502" y="1286669"/>
              <a:ext cx="606220" cy="643388"/>
            </a:xfrm>
            <a:custGeom>
              <a:rect b="b" l="l" r="r" t="t"/>
              <a:pathLst>
                <a:path extrusionOk="0" h="20037" w="20372">
                  <a:moveTo>
                    <a:pt x="0" y="1"/>
                  </a:moveTo>
                  <a:lnTo>
                    <a:pt x="0" y="20037"/>
                  </a:lnTo>
                  <a:lnTo>
                    <a:pt x="20371" y="1004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C800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30"/>
            <p:cNvSpPr/>
            <p:nvPr/>
          </p:nvSpPr>
          <p:spPr>
            <a:xfrm>
              <a:off x="7932502" y="3216737"/>
              <a:ext cx="606220" cy="643388"/>
            </a:xfrm>
            <a:custGeom>
              <a:rect b="b" l="l" r="r" t="t"/>
              <a:pathLst>
                <a:path extrusionOk="0" h="20037" w="20372">
                  <a:moveTo>
                    <a:pt x="0" y="0"/>
                  </a:moveTo>
                  <a:lnTo>
                    <a:pt x="0" y="20036"/>
                  </a:lnTo>
                  <a:lnTo>
                    <a:pt x="20371" y="100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30"/>
            <p:cNvSpPr/>
            <p:nvPr/>
          </p:nvSpPr>
          <p:spPr>
            <a:xfrm>
              <a:off x="8538692" y="3539314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0" y="0"/>
                  </a:moveTo>
                  <a:lnTo>
                    <a:pt x="0" y="20036"/>
                  </a:lnTo>
                  <a:lnTo>
                    <a:pt x="20427" y="99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06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" name="Google Shape;349;p30"/>
            <p:cNvSpPr/>
            <p:nvPr/>
          </p:nvSpPr>
          <p:spPr>
            <a:xfrm>
              <a:off x="6108962" y="-11"/>
              <a:ext cx="607886" cy="322577"/>
            </a:xfrm>
            <a:custGeom>
              <a:rect b="b" l="l" r="r" t="t"/>
              <a:pathLst>
                <a:path extrusionOk="0" h="10046" w="20428">
                  <a:moveTo>
                    <a:pt x="1" y="0"/>
                  </a:moveTo>
                  <a:lnTo>
                    <a:pt x="1" y="10046"/>
                  </a:lnTo>
                  <a:lnTo>
                    <a:pt x="20427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F9CB9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" name="Google Shape;350;p30"/>
            <p:cNvSpPr/>
            <p:nvPr/>
          </p:nvSpPr>
          <p:spPr>
            <a:xfrm>
              <a:off x="6716818" y="-11"/>
              <a:ext cx="607856" cy="643356"/>
            </a:xfrm>
            <a:custGeom>
              <a:rect b="b" l="l" r="r" t="t"/>
              <a:pathLst>
                <a:path extrusionOk="0" h="20036" w="20427">
                  <a:moveTo>
                    <a:pt x="0" y="0"/>
                  </a:moveTo>
                  <a:lnTo>
                    <a:pt x="0" y="20036"/>
                  </a:lnTo>
                  <a:lnTo>
                    <a:pt x="20427" y="100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2235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" name="Google Shape;351;p30"/>
            <p:cNvSpPr/>
            <p:nvPr/>
          </p:nvSpPr>
          <p:spPr>
            <a:xfrm>
              <a:off x="7324645" y="-11"/>
              <a:ext cx="607886" cy="322577"/>
            </a:xfrm>
            <a:custGeom>
              <a:rect b="b" l="l" r="r" t="t"/>
              <a:pathLst>
                <a:path extrusionOk="0" h="10046" w="20428">
                  <a:moveTo>
                    <a:pt x="1" y="0"/>
                  </a:moveTo>
                  <a:lnTo>
                    <a:pt x="1" y="1004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FFFF">
                <a:alpha val="509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352;p30"/>
            <p:cNvSpPr/>
            <p:nvPr/>
          </p:nvSpPr>
          <p:spPr>
            <a:xfrm>
              <a:off x="7932502" y="-11"/>
              <a:ext cx="606220" cy="643356"/>
            </a:xfrm>
            <a:custGeom>
              <a:rect b="b" l="l" r="r" t="t"/>
              <a:pathLst>
                <a:path extrusionOk="0" h="20036" w="20372">
                  <a:moveTo>
                    <a:pt x="0" y="0"/>
                  </a:moveTo>
                  <a:lnTo>
                    <a:pt x="0" y="20036"/>
                  </a:lnTo>
                  <a:lnTo>
                    <a:pt x="20371" y="100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64646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" name="Google Shape;353;p30"/>
            <p:cNvSpPr/>
            <p:nvPr/>
          </p:nvSpPr>
          <p:spPr>
            <a:xfrm>
              <a:off x="8538692" y="-11"/>
              <a:ext cx="607856" cy="322577"/>
            </a:xfrm>
            <a:custGeom>
              <a:rect b="b" l="l" r="r" t="t"/>
              <a:pathLst>
                <a:path extrusionOk="0" h="10046" w="20427">
                  <a:moveTo>
                    <a:pt x="0" y="0"/>
                  </a:moveTo>
                  <a:lnTo>
                    <a:pt x="0" y="1004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646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" name="Google Shape;354;p30"/>
            <p:cNvSpPr/>
            <p:nvPr/>
          </p:nvSpPr>
          <p:spPr>
            <a:xfrm>
              <a:off x="4894945" y="3860093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20427" y="0"/>
                  </a:moveTo>
                  <a:lnTo>
                    <a:pt x="0" y="10046"/>
                  </a:lnTo>
                  <a:lnTo>
                    <a:pt x="20427" y="2003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C800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" name="Google Shape;355;p30"/>
            <p:cNvSpPr/>
            <p:nvPr/>
          </p:nvSpPr>
          <p:spPr>
            <a:xfrm>
              <a:off x="6108962" y="3860093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20427" y="0"/>
                  </a:moveTo>
                  <a:lnTo>
                    <a:pt x="1" y="10046"/>
                  </a:lnTo>
                  <a:lnTo>
                    <a:pt x="20427" y="2003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FFFF">
                <a:alpha val="509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" name="Google Shape;356;p30"/>
            <p:cNvSpPr/>
            <p:nvPr/>
          </p:nvSpPr>
          <p:spPr>
            <a:xfrm>
              <a:off x="5502772" y="4182670"/>
              <a:ext cx="606220" cy="643356"/>
            </a:xfrm>
            <a:custGeom>
              <a:rect b="b" l="l" r="r" t="t"/>
              <a:pathLst>
                <a:path extrusionOk="0" h="20036" w="20372">
                  <a:moveTo>
                    <a:pt x="20372" y="0"/>
                  </a:moveTo>
                  <a:lnTo>
                    <a:pt x="1" y="9990"/>
                  </a:lnTo>
                  <a:lnTo>
                    <a:pt x="20372" y="20036"/>
                  </a:lnTo>
                  <a:lnTo>
                    <a:pt x="20372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F9CB9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" name="Google Shape;357;p30"/>
            <p:cNvSpPr/>
            <p:nvPr/>
          </p:nvSpPr>
          <p:spPr>
            <a:xfrm>
              <a:off x="7324645" y="3216737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20427" y="0"/>
                  </a:moveTo>
                  <a:lnTo>
                    <a:pt x="1" y="10046"/>
                  </a:lnTo>
                  <a:lnTo>
                    <a:pt x="20427" y="2003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E806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" name="Google Shape;358;p30"/>
            <p:cNvSpPr/>
            <p:nvPr/>
          </p:nvSpPr>
          <p:spPr>
            <a:xfrm>
              <a:off x="6716818" y="3539314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20427" y="0"/>
                  </a:moveTo>
                  <a:lnTo>
                    <a:pt x="0" y="9990"/>
                  </a:lnTo>
                  <a:lnTo>
                    <a:pt x="20427" y="2003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FFFF">
                <a:alpha val="2235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" name="Google Shape;359;p30"/>
            <p:cNvSpPr/>
            <p:nvPr/>
          </p:nvSpPr>
          <p:spPr>
            <a:xfrm>
              <a:off x="6716818" y="4182670"/>
              <a:ext cx="607856" cy="643356"/>
            </a:xfrm>
            <a:custGeom>
              <a:rect b="b" l="l" r="r" t="t"/>
              <a:pathLst>
                <a:path extrusionOk="0" h="20036" w="20427">
                  <a:moveTo>
                    <a:pt x="20427" y="0"/>
                  </a:moveTo>
                  <a:lnTo>
                    <a:pt x="0" y="9990"/>
                  </a:lnTo>
                  <a:lnTo>
                    <a:pt x="20427" y="2003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C800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" name="Google Shape;360;p30"/>
            <p:cNvSpPr/>
            <p:nvPr/>
          </p:nvSpPr>
          <p:spPr>
            <a:xfrm>
              <a:off x="7932502" y="322534"/>
              <a:ext cx="606220" cy="643388"/>
            </a:xfrm>
            <a:custGeom>
              <a:rect b="b" l="l" r="r" t="t"/>
              <a:pathLst>
                <a:path extrusionOk="0" h="20037" w="20372">
                  <a:moveTo>
                    <a:pt x="20371" y="1"/>
                  </a:moveTo>
                  <a:lnTo>
                    <a:pt x="0" y="9991"/>
                  </a:lnTo>
                  <a:lnTo>
                    <a:pt x="20371" y="20037"/>
                  </a:lnTo>
                  <a:lnTo>
                    <a:pt x="20371" y="1"/>
                  </a:lnTo>
                  <a:close/>
                </a:path>
              </a:pathLst>
            </a:custGeom>
            <a:solidFill>
              <a:srgbClr val="A61C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" name="Google Shape;361;p30"/>
            <p:cNvSpPr/>
            <p:nvPr/>
          </p:nvSpPr>
          <p:spPr>
            <a:xfrm>
              <a:off x="7932502" y="965890"/>
              <a:ext cx="606220" cy="643388"/>
            </a:xfrm>
            <a:custGeom>
              <a:rect b="b" l="l" r="r" t="t"/>
              <a:pathLst>
                <a:path extrusionOk="0" h="20037" w="20372">
                  <a:moveTo>
                    <a:pt x="20371" y="1"/>
                  </a:moveTo>
                  <a:lnTo>
                    <a:pt x="0" y="9991"/>
                  </a:lnTo>
                  <a:lnTo>
                    <a:pt x="20371" y="20037"/>
                  </a:lnTo>
                  <a:lnTo>
                    <a:pt x="20371" y="1"/>
                  </a:lnTo>
                  <a:close/>
                </a:path>
              </a:pathLst>
            </a:custGeom>
            <a:solidFill>
              <a:srgbClr val="FFFFFF">
                <a:alpha val="2235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" name="Google Shape;362;p30"/>
            <p:cNvSpPr/>
            <p:nvPr/>
          </p:nvSpPr>
          <p:spPr>
            <a:xfrm>
              <a:off x="7932502" y="2895958"/>
              <a:ext cx="606220" cy="643388"/>
            </a:xfrm>
            <a:custGeom>
              <a:rect b="b" l="l" r="r" t="t"/>
              <a:pathLst>
                <a:path extrusionOk="0" h="20037" w="20372">
                  <a:moveTo>
                    <a:pt x="20371" y="0"/>
                  </a:moveTo>
                  <a:lnTo>
                    <a:pt x="0" y="9990"/>
                  </a:lnTo>
                  <a:lnTo>
                    <a:pt x="20371" y="20036"/>
                  </a:lnTo>
                  <a:lnTo>
                    <a:pt x="20371" y="0"/>
                  </a:lnTo>
                  <a:close/>
                </a:path>
              </a:pathLst>
            </a:custGeom>
            <a:solidFill>
              <a:srgbClr val="F64646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" name="Google Shape;363;p30"/>
            <p:cNvSpPr/>
            <p:nvPr/>
          </p:nvSpPr>
          <p:spPr>
            <a:xfrm>
              <a:off x="7932492" y="3538418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20427" y="0"/>
                  </a:moveTo>
                  <a:lnTo>
                    <a:pt x="0" y="10046"/>
                  </a:lnTo>
                  <a:lnTo>
                    <a:pt x="20427" y="20036"/>
                  </a:lnTo>
                  <a:lnTo>
                    <a:pt x="20427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F9CB9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" name="Google Shape;364;p30"/>
            <p:cNvSpPr/>
            <p:nvPr/>
          </p:nvSpPr>
          <p:spPr>
            <a:xfrm>
              <a:off x="6108962" y="-11"/>
              <a:ext cx="607886" cy="643356"/>
            </a:xfrm>
            <a:custGeom>
              <a:rect b="b" l="l" r="r" t="t"/>
              <a:pathLst>
                <a:path extrusionOk="0" h="20036" w="20428">
                  <a:moveTo>
                    <a:pt x="20427" y="0"/>
                  </a:moveTo>
                  <a:lnTo>
                    <a:pt x="1" y="10046"/>
                  </a:lnTo>
                  <a:lnTo>
                    <a:pt x="20427" y="20036"/>
                  </a:lnTo>
                  <a:lnTo>
                    <a:pt x="20427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F9CB9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" name="Google Shape;365;p30"/>
            <p:cNvSpPr/>
            <p:nvPr/>
          </p:nvSpPr>
          <p:spPr>
            <a:xfrm>
              <a:off x="6716818" y="-11"/>
              <a:ext cx="607856" cy="322577"/>
            </a:xfrm>
            <a:custGeom>
              <a:rect b="b" l="l" r="r" t="t"/>
              <a:pathLst>
                <a:path extrusionOk="0" h="10046" w="20427">
                  <a:moveTo>
                    <a:pt x="0" y="0"/>
                  </a:moveTo>
                  <a:lnTo>
                    <a:pt x="20427" y="1004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" name="Google Shape;366;p30"/>
            <p:cNvSpPr/>
            <p:nvPr/>
          </p:nvSpPr>
          <p:spPr>
            <a:xfrm>
              <a:off x="6716818" y="4825993"/>
              <a:ext cx="607856" cy="320811"/>
            </a:xfrm>
            <a:custGeom>
              <a:rect b="b" l="l" r="r" t="t"/>
              <a:pathLst>
                <a:path extrusionOk="0" h="9991" w="20427">
                  <a:moveTo>
                    <a:pt x="20427" y="1"/>
                  </a:moveTo>
                  <a:lnTo>
                    <a:pt x="0" y="9991"/>
                  </a:lnTo>
                  <a:lnTo>
                    <a:pt x="20427" y="9991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64646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" name="Google Shape;367;p30"/>
            <p:cNvSpPr/>
            <p:nvPr/>
          </p:nvSpPr>
          <p:spPr>
            <a:xfrm>
              <a:off x="7324645" y="4503448"/>
              <a:ext cx="607886" cy="643356"/>
            </a:xfrm>
            <a:custGeom>
              <a:rect b="b" l="l" r="r" t="t"/>
              <a:pathLst>
                <a:path extrusionOk="0" h="20036" w="20428">
                  <a:moveTo>
                    <a:pt x="20427" y="0"/>
                  </a:moveTo>
                  <a:lnTo>
                    <a:pt x="1" y="10046"/>
                  </a:lnTo>
                  <a:lnTo>
                    <a:pt x="20427" y="2003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FFFF">
                <a:alpha val="509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" name="Google Shape;368;p30"/>
            <p:cNvSpPr/>
            <p:nvPr/>
          </p:nvSpPr>
          <p:spPr>
            <a:xfrm>
              <a:off x="8538692" y="-11"/>
              <a:ext cx="607856" cy="643356"/>
            </a:xfrm>
            <a:custGeom>
              <a:rect b="b" l="l" r="r" t="t"/>
              <a:pathLst>
                <a:path extrusionOk="0" h="20036" w="20427">
                  <a:moveTo>
                    <a:pt x="20427" y="0"/>
                  </a:moveTo>
                  <a:lnTo>
                    <a:pt x="0" y="10046"/>
                  </a:lnTo>
                  <a:lnTo>
                    <a:pt x="20427" y="2003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C800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" name="Google Shape;369;p30"/>
            <p:cNvSpPr/>
            <p:nvPr/>
          </p:nvSpPr>
          <p:spPr>
            <a:xfrm>
              <a:off x="8538692" y="4503448"/>
              <a:ext cx="607856" cy="643356"/>
            </a:xfrm>
            <a:custGeom>
              <a:rect b="b" l="l" r="r" t="t"/>
              <a:pathLst>
                <a:path extrusionOk="0" h="20036" w="20427">
                  <a:moveTo>
                    <a:pt x="20427" y="0"/>
                  </a:moveTo>
                  <a:lnTo>
                    <a:pt x="0" y="10046"/>
                  </a:lnTo>
                  <a:lnTo>
                    <a:pt x="20427" y="2003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" name="Google Shape;370;p30"/>
            <p:cNvSpPr/>
            <p:nvPr/>
          </p:nvSpPr>
          <p:spPr>
            <a:xfrm>
              <a:off x="7324658" y="322534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1" y="1"/>
                  </a:moveTo>
                  <a:lnTo>
                    <a:pt x="1" y="20037"/>
                  </a:lnTo>
                  <a:lnTo>
                    <a:pt x="20427" y="999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>
                <a:alpha val="509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" name="Google Shape;371;p30"/>
            <p:cNvSpPr/>
            <p:nvPr/>
          </p:nvSpPr>
          <p:spPr>
            <a:xfrm>
              <a:off x="7324658" y="965890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1" y="1"/>
                  </a:moveTo>
                  <a:lnTo>
                    <a:pt x="1" y="20037"/>
                  </a:lnTo>
                  <a:lnTo>
                    <a:pt x="20427" y="999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806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" name="Google Shape;372;p30"/>
            <p:cNvSpPr/>
            <p:nvPr/>
          </p:nvSpPr>
          <p:spPr>
            <a:xfrm>
              <a:off x="6716831" y="322534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20427" y="1"/>
                  </a:moveTo>
                  <a:lnTo>
                    <a:pt x="0" y="9991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646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" name="Google Shape;373;p30"/>
            <p:cNvSpPr/>
            <p:nvPr/>
          </p:nvSpPr>
          <p:spPr>
            <a:xfrm>
              <a:off x="6716831" y="965890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20427" y="1"/>
                  </a:moveTo>
                  <a:lnTo>
                    <a:pt x="0" y="9991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noFill/>
            <a:ln cap="flat" cmpd="sng" w="9525">
              <a:solidFill>
                <a:srgbClr val="F9CB9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" name="Google Shape;374;p30"/>
            <p:cNvSpPr/>
            <p:nvPr/>
          </p:nvSpPr>
          <p:spPr>
            <a:xfrm>
              <a:off x="7324658" y="1286669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20427" y="1"/>
                  </a:moveTo>
                  <a:lnTo>
                    <a:pt x="1" y="10047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646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" name="Google Shape;375;p30"/>
            <p:cNvSpPr/>
            <p:nvPr/>
          </p:nvSpPr>
          <p:spPr>
            <a:xfrm>
              <a:off x="7324658" y="-11"/>
              <a:ext cx="607886" cy="643356"/>
            </a:xfrm>
            <a:custGeom>
              <a:rect b="b" l="l" r="r" t="t"/>
              <a:pathLst>
                <a:path extrusionOk="0" h="20036" w="20428">
                  <a:moveTo>
                    <a:pt x="20427" y="0"/>
                  </a:moveTo>
                  <a:lnTo>
                    <a:pt x="1" y="10046"/>
                  </a:lnTo>
                  <a:lnTo>
                    <a:pt x="20427" y="2003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" name="Google Shape;376;p30"/>
            <p:cNvSpPr/>
            <p:nvPr/>
          </p:nvSpPr>
          <p:spPr>
            <a:xfrm>
              <a:off x="8538692" y="4825993"/>
              <a:ext cx="607856" cy="320811"/>
            </a:xfrm>
            <a:custGeom>
              <a:rect b="b" l="l" r="r" t="t"/>
              <a:pathLst>
                <a:path extrusionOk="0" h="9991" w="20427">
                  <a:moveTo>
                    <a:pt x="0" y="1"/>
                  </a:moveTo>
                  <a:lnTo>
                    <a:pt x="0" y="9991"/>
                  </a:lnTo>
                  <a:lnTo>
                    <a:pt x="20427" y="9991"/>
                  </a:lnTo>
                  <a:lnTo>
                    <a:pt x="0" y="1"/>
                  </a:lnTo>
                  <a:close/>
                </a:path>
              </a:pathLst>
            </a:custGeom>
            <a:noFill/>
            <a:ln cap="flat" cmpd="sng" w="9525">
              <a:solidFill>
                <a:srgbClr val="F9CB9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" name="Google Shape;377;p30"/>
            <p:cNvSpPr/>
            <p:nvPr/>
          </p:nvSpPr>
          <p:spPr>
            <a:xfrm>
              <a:off x="6109812" y="2252602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1" y="0"/>
                  </a:moveTo>
                  <a:lnTo>
                    <a:pt x="1" y="20036"/>
                  </a:lnTo>
                  <a:lnTo>
                    <a:pt x="20427" y="999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" name="Google Shape;378;p30"/>
            <p:cNvSpPr/>
            <p:nvPr/>
          </p:nvSpPr>
          <p:spPr>
            <a:xfrm>
              <a:off x="6109812" y="3539314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1" y="0"/>
                  </a:moveTo>
                  <a:lnTo>
                    <a:pt x="1" y="20036"/>
                  </a:lnTo>
                  <a:lnTo>
                    <a:pt x="20427" y="999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>
                <a:alpha val="2235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" name="Google Shape;379;p30"/>
            <p:cNvSpPr/>
            <p:nvPr/>
          </p:nvSpPr>
          <p:spPr>
            <a:xfrm>
              <a:off x="6717668" y="1286669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0" y="1"/>
                  </a:moveTo>
                  <a:lnTo>
                    <a:pt x="0" y="20037"/>
                  </a:lnTo>
                  <a:lnTo>
                    <a:pt x="20427" y="1004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>
                <a:alpha val="509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" name="Google Shape;380;p30"/>
            <p:cNvSpPr/>
            <p:nvPr/>
          </p:nvSpPr>
          <p:spPr>
            <a:xfrm>
              <a:off x="6717668" y="1930025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0" y="1"/>
                  </a:moveTo>
                  <a:lnTo>
                    <a:pt x="0" y="20037"/>
                  </a:lnTo>
                  <a:lnTo>
                    <a:pt x="20427" y="1004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806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" name="Google Shape;381;p30"/>
            <p:cNvSpPr/>
            <p:nvPr/>
          </p:nvSpPr>
          <p:spPr>
            <a:xfrm>
              <a:off x="6717668" y="2573381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0" y="1"/>
                  </a:moveTo>
                  <a:lnTo>
                    <a:pt x="0" y="20036"/>
                  </a:lnTo>
                  <a:lnTo>
                    <a:pt x="20427" y="1004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>
                <a:alpha val="2235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" name="Google Shape;382;p30"/>
            <p:cNvSpPr/>
            <p:nvPr/>
          </p:nvSpPr>
          <p:spPr>
            <a:xfrm>
              <a:off x="7325495" y="2252602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1" y="0"/>
                  </a:moveTo>
                  <a:lnTo>
                    <a:pt x="1" y="20036"/>
                  </a:lnTo>
                  <a:lnTo>
                    <a:pt x="20427" y="9991"/>
                  </a:lnTo>
                  <a:lnTo>
                    <a:pt x="1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FFF2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" name="Google Shape;383;p30"/>
            <p:cNvSpPr/>
            <p:nvPr/>
          </p:nvSpPr>
          <p:spPr>
            <a:xfrm>
              <a:off x="6717668" y="3216737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0" y="0"/>
                  </a:moveTo>
                  <a:lnTo>
                    <a:pt x="0" y="20036"/>
                  </a:lnTo>
                  <a:lnTo>
                    <a:pt x="20427" y="100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" name="Google Shape;384;p30"/>
            <p:cNvSpPr/>
            <p:nvPr/>
          </p:nvSpPr>
          <p:spPr>
            <a:xfrm>
              <a:off x="7325495" y="2895958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1" y="0"/>
                  </a:moveTo>
                  <a:lnTo>
                    <a:pt x="1" y="20036"/>
                  </a:lnTo>
                  <a:lnTo>
                    <a:pt x="20427" y="999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" name="Google Shape;385;p30"/>
            <p:cNvSpPr/>
            <p:nvPr/>
          </p:nvSpPr>
          <p:spPr>
            <a:xfrm>
              <a:off x="7933352" y="1930025"/>
              <a:ext cx="606220" cy="643388"/>
            </a:xfrm>
            <a:custGeom>
              <a:rect b="b" l="l" r="r" t="t"/>
              <a:pathLst>
                <a:path extrusionOk="0" h="20037" w="20372">
                  <a:moveTo>
                    <a:pt x="0" y="1"/>
                  </a:moveTo>
                  <a:lnTo>
                    <a:pt x="0" y="20037"/>
                  </a:lnTo>
                  <a:lnTo>
                    <a:pt x="20371" y="1004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>
                <a:alpha val="509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" name="Google Shape;386;p30"/>
            <p:cNvSpPr/>
            <p:nvPr/>
          </p:nvSpPr>
          <p:spPr>
            <a:xfrm>
              <a:off x="7933352" y="2573381"/>
              <a:ext cx="606220" cy="643388"/>
            </a:xfrm>
            <a:custGeom>
              <a:rect b="b" l="l" r="r" t="t"/>
              <a:pathLst>
                <a:path extrusionOk="0" h="20037" w="20372">
                  <a:moveTo>
                    <a:pt x="0" y="1"/>
                  </a:moveTo>
                  <a:lnTo>
                    <a:pt x="0" y="20036"/>
                  </a:lnTo>
                  <a:lnTo>
                    <a:pt x="20371" y="1004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646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" name="Google Shape;387;p30"/>
            <p:cNvSpPr/>
            <p:nvPr/>
          </p:nvSpPr>
          <p:spPr>
            <a:xfrm>
              <a:off x="8539542" y="1608802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0" y="0"/>
                  </a:moveTo>
                  <a:lnTo>
                    <a:pt x="0" y="20036"/>
                  </a:lnTo>
                  <a:lnTo>
                    <a:pt x="20427" y="99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64646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" name="Google Shape;388;p30"/>
            <p:cNvSpPr/>
            <p:nvPr/>
          </p:nvSpPr>
          <p:spPr>
            <a:xfrm>
              <a:off x="6109812" y="1286669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20427" y="1"/>
                  </a:moveTo>
                  <a:lnTo>
                    <a:pt x="1" y="10047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FFFFF">
                <a:alpha val="2235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" name="Google Shape;389;p30"/>
            <p:cNvSpPr/>
            <p:nvPr/>
          </p:nvSpPr>
          <p:spPr>
            <a:xfrm>
              <a:off x="6109812" y="3216737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20427" y="0"/>
                  </a:moveTo>
                  <a:lnTo>
                    <a:pt x="1" y="10046"/>
                  </a:lnTo>
                  <a:lnTo>
                    <a:pt x="20427" y="2003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C800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" name="Google Shape;390;p30"/>
            <p:cNvSpPr/>
            <p:nvPr/>
          </p:nvSpPr>
          <p:spPr>
            <a:xfrm>
              <a:off x="6717668" y="1609246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20427" y="1"/>
                  </a:moveTo>
                  <a:lnTo>
                    <a:pt x="0" y="9991"/>
                  </a:lnTo>
                  <a:lnTo>
                    <a:pt x="20427" y="20036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" name="Google Shape;391;p30"/>
            <p:cNvSpPr/>
            <p:nvPr/>
          </p:nvSpPr>
          <p:spPr>
            <a:xfrm>
              <a:off x="7325495" y="1930025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20427" y="1"/>
                  </a:moveTo>
                  <a:lnTo>
                    <a:pt x="1" y="10046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A61C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" name="Google Shape;392;p30"/>
            <p:cNvSpPr/>
            <p:nvPr/>
          </p:nvSpPr>
          <p:spPr>
            <a:xfrm>
              <a:off x="6717668" y="2252602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20427" y="0"/>
                  </a:moveTo>
                  <a:lnTo>
                    <a:pt x="0" y="9991"/>
                  </a:lnTo>
                  <a:lnTo>
                    <a:pt x="20427" y="2003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646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" name="Google Shape;393;p30"/>
            <p:cNvSpPr/>
            <p:nvPr/>
          </p:nvSpPr>
          <p:spPr>
            <a:xfrm>
              <a:off x="7325495" y="2573381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20427" y="1"/>
                  </a:moveTo>
                  <a:lnTo>
                    <a:pt x="1" y="10046"/>
                  </a:lnTo>
                  <a:lnTo>
                    <a:pt x="20427" y="20036"/>
                  </a:lnTo>
                  <a:lnTo>
                    <a:pt x="20427" y="1"/>
                  </a:lnTo>
                  <a:close/>
                </a:path>
              </a:pathLst>
            </a:custGeom>
            <a:noFill/>
            <a:ln cap="flat" cmpd="sng" w="9525">
              <a:solidFill>
                <a:srgbClr val="F9CB9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" type="tx">
  <p:cSld name="TITLE_AND_BODY"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5" name="Google Shape;395;p31"/>
          <p:cNvGrpSpPr/>
          <p:nvPr/>
        </p:nvGrpSpPr>
        <p:grpSpPr>
          <a:xfrm>
            <a:off x="6714243" y="5146661"/>
            <a:ext cx="2429755" cy="1715572"/>
            <a:chOff x="6714243" y="3860093"/>
            <a:chExt cx="2429755" cy="1286711"/>
          </a:xfrm>
        </p:grpSpPr>
        <p:sp>
          <p:nvSpPr>
            <p:cNvPr id="396" name="Google Shape;396;p31"/>
            <p:cNvSpPr/>
            <p:nvPr/>
          </p:nvSpPr>
          <p:spPr>
            <a:xfrm>
              <a:off x="7929952" y="3860093"/>
              <a:ext cx="606220" cy="643388"/>
            </a:xfrm>
            <a:custGeom>
              <a:rect b="b" l="l" r="r" t="t"/>
              <a:pathLst>
                <a:path extrusionOk="0" h="20037" w="20372">
                  <a:moveTo>
                    <a:pt x="0" y="0"/>
                  </a:moveTo>
                  <a:lnTo>
                    <a:pt x="0" y="20036"/>
                  </a:lnTo>
                  <a:lnTo>
                    <a:pt x="20371" y="100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A400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" name="Google Shape;397;p31"/>
            <p:cNvSpPr/>
            <p:nvPr/>
          </p:nvSpPr>
          <p:spPr>
            <a:xfrm>
              <a:off x="8536142" y="4182670"/>
              <a:ext cx="607856" cy="643356"/>
            </a:xfrm>
            <a:custGeom>
              <a:rect b="b" l="l" r="r" t="t"/>
              <a:pathLst>
                <a:path extrusionOk="0" h="20036" w="20427">
                  <a:moveTo>
                    <a:pt x="0" y="0"/>
                  </a:moveTo>
                  <a:lnTo>
                    <a:pt x="0" y="20036"/>
                  </a:lnTo>
                  <a:lnTo>
                    <a:pt x="20427" y="99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A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" name="Google Shape;398;p31"/>
            <p:cNvSpPr/>
            <p:nvPr/>
          </p:nvSpPr>
          <p:spPr>
            <a:xfrm>
              <a:off x="7322095" y="4825993"/>
              <a:ext cx="607886" cy="320811"/>
            </a:xfrm>
            <a:custGeom>
              <a:rect b="b" l="l" r="r" t="t"/>
              <a:pathLst>
                <a:path extrusionOk="0" h="9991" w="20428">
                  <a:moveTo>
                    <a:pt x="1" y="1"/>
                  </a:moveTo>
                  <a:lnTo>
                    <a:pt x="1" y="9991"/>
                  </a:lnTo>
                  <a:lnTo>
                    <a:pt x="20427" y="999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p31"/>
            <p:cNvSpPr/>
            <p:nvPr/>
          </p:nvSpPr>
          <p:spPr>
            <a:xfrm>
              <a:off x="7929952" y="4503448"/>
              <a:ext cx="606220" cy="643356"/>
            </a:xfrm>
            <a:custGeom>
              <a:rect b="b" l="l" r="r" t="t"/>
              <a:pathLst>
                <a:path extrusionOk="0" h="20036" w="20372">
                  <a:moveTo>
                    <a:pt x="0" y="0"/>
                  </a:moveTo>
                  <a:lnTo>
                    <a:pt x="0" y="20036"/>
                  </a:lnTo>
                  <a:lnTo>
                    <a:pt x="20371" y="100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646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" name="Google Shape;400;p31"/>
            <p:cNvSpPr/>
            <p:nvPr/>
          </p:nvSpPr>
          <p:spPr>
            <a:xfrm>
              <a:off x="8536142" y="4825993"/>
              <a:ext cx="607856" cy="320811"/>
            </a:xfrm>
            <a:custGeom>
              <a:rect b="b" l="l" r="r" t="t"/>
              <a:pathLst>
                <a:path extrusionOk="0" h="9991" w="20427">
                  <a:moveTo>
                    <a:pt x="0" y="1"/>
                  </a:moveTo>
                  <a:lnTo>
                    <a:pt x="0" y="9991"/>
                  </a:lnTo>
                  <a:lnTo>
                    <a:pt x="20427" y="999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646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" name="Google Shape;401;p31"/>
            <p:cNvSpPr/>
            <p:nvPr/>
          </p:nvSpPr>
          <p:spPr>
            <a:xfrm>
              <a:off x="7322095" y="3860093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20427" y="0"/>
                  </a:moveTo>
                  <a:lnTo>
                    <a:pt x="1" y="10046"/>
                  </a:lnTo>
                  <a:lnTo>
                    <a:pt x="20427" y="2003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" name="Google Shape;402;p31"/>
            <p:cNvSpPr/>
            <p:nvPr/>
          </p:nvSpPr>
          <p:spPr>
            <a:xfrm>
              <a:off x="8536142" y="3860093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20427" y="0"/>
                  </a:moveTo>
                  <a:lnTo>
                    <a:pt x="0" y="10046"/>
                  </a:lnTo>
                  <a:lnTo>
                    <a:pt x="20427" y="2003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" name="Google Shape;403;p31"/>
            <p:cNvSpPr/>
            <p:nvPr/>
          </p:nvSpPr>
          <p:spPr>
            <a:xfrm>
              <a:off x="7929952" y="4182670"/>
              <a:ext cx="606220" cy="643356"/>
            </a:xfrm>
            <a:custGeom>
              <a:rect b="b" l="l" r="r" t="t"/>
              <a:pathLst>
                <a:path extrusionOk="0" h="20036" w="20372">
                  <a:moveTo>
                    <a:pt x="20371" y="0"/>
                  </a:moveTo>
                  <a:lnTo>
                    <a:pt x="0" y="9990"/>
                  </a:lnTo>
                  <a:lnTo>
                    <a:pt x="20371" y="20036"/>
                  </a:lnTo>
                  <a:lnTo>
                    <a:pt x="20371" y="0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" name="Google Shape;404;p31"/>
            <p:cNvSpPr/>
            <p:nvPr/>
          </p:nvSpPr>
          <p:spPr>
            <a:xfrm>
              <a:off x="7322095" y="4503448"/>
              <a:ext cx="607886" cy="643356"/>
            </a:xfrm>
            <a:custGeom>
              <a:rect b="b" l="l" r="r" t="t"/>
              <a:pathLst>
                <a:path extrusionOk="0" h="20036" w="20428">
                  <a:moveTo>
                    <a:pt x="20427" y="0"/>
                  </a:moveTo>
                  <a:lnTo>
                    <a:pt x="1" y="10046"/>
                  </a:lnTo>
                  <a:lnTo>
                    <a:pt x="20427" y="2003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C800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" name="Google Shape;405;p31"/>
            <p:cNvSpPr/>
            <p:nvPr/>
          </p:nvSpPr>
          <p:spPr>
            <a:xfrm>
              <a:off x="7929952" y="4825993"/>
              <a:ext cx="606220" cy="320811"/>
            </a:xfrm>
            <a:custGeom>
              <a:rect b="b" l="l" r="r" t="t"/>
              <a:pathLst>
                <a:path extrusionOk="0" h="9991" w="20372">
                  <a:moveTo>
                    <a:pt x="20371" y="1"/>
                  </a:moveTo>
                  <a:lnTo>
                    <a:pt x="0" y="9991"/>
                  </a:lnTo>
                  <a:lnTo>
                    <a:pt x="20371" y="9991"/>
                  </a:lnTo>
                  <a:lnTo>
                    <a:pt x="20371" y="1"/>
                  </a:lnTo>
                  <a:close/>
                </a:path>
              </a:pathLst>
            </a:custGeom>
            <a:solidFill>
              <a:srgbClr val="FFA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" name="Google Shape;406;p31"/>
            <p:cNvSpPr/>
            <p:nvPr/>
          </p:nvSpPr>
          <p:spPr>
            <a:xfrm>
              <a:off x="8536142" y="4503448"/>
              <a:ext cx="607856" cy="643356"/>
            </a:xfrm>
            <a:custGeom>
              <a:rect b="b" l="l" r="r" t="t"/>
              <a:pathLst>
                <a:path extrusionOk="0" h="20036" w="20427">
                  <a:moveTo>
                    <a:pt x="20427" y="0"/>
                  </a:moveTo>
                  <a:lnTo>
                    <a:pt x="0" y="10046"/>
                  </a:lnTo>
                  <a:lnTo>
                    <a:pt x="20427" y="2003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E806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7" name="Google Shape;407;p31"/>
            <p:cNvSpPr/>
            <p:nvPr/>
          </p:nvSpPr>
          <p:spPr>
            <a:xfrm>
              <a:off x="6714243" y="4825993"/>
              <a:ext cx="607856" cy="320811"/>
            </a:xfrm>
            <a:custGeom>
              <a:rect b="b" l="l" r="r" t="t"/>
              <a:pathLst>
                <a:path extrusionOk="0" h="9991" w="20427">
                  <a:moveTo>
                    <a:pt x="20427" y="1"/>
                  </a:moveTo>
                  <a:lnTo>
                    <a:pt x="0" y="9991"/>
                  </a:lnTo>
                  <a:lnTo>
                    <a:pt x="20427" y="9991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64646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08" name="Google Shape;408;p31"/>
          <p:cNvGrpSpPr/>
          <p:nvPr/>
        </p:nvGrpSpPr>
        <p:grpSpPr>
          <a:xfrm>
            <a:off x="892" y="-15"/>
            <a:ext cx="3037586" cy="3003451"/>
            <a:chOff x="892" y="-11"/>
            <a:chExt cx="3037586" cy="2252645"/>
          </a:xfrm>
        </p:grpSpPr>
        <p:sp>
          <p:nvSpPr>
            <p:cNvPr id="409" name="Google Shape;409;p31"/>
            <p:cNvSpPr/>
            <p:nvPr/>
          </p:nvSpPr>
          <p:spPr>
            <a:xfrm>
              <a:off x="892" y="643313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0" y="1"/>
                  </a:moveTo>
                  <a:lnTo>
                    <a:pt x="0" y="20037"/>
                  </a:lnTo>
                  <a:lnTo>
                    <a:pt x="20427" y="1004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A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" name="Google Shape;410;p31"/>
            <p:cNvSpPr/>
            <p:nvPr/>
          </p:nvSpPr>
          <p:spPr>
            <a:xfrm>
              <a:off x="608719" y="322534"/>
              <a:ext cx="606220" cy="643388"/>
            </a:xfrm>
            <a:custGeom>
              <a:rect b="b" l="l" r="r" t="t"/>
              <a:pathLst>
                <a:path extrusionOk="0" h="20037" w="20372">
                  <a:moveTo>
                    <a:pt x="1" y="1"/>
                  </a:moveTo>
                  <a:lnTo>
                    <a:pt x="1" y="20037"/>
                  </a:lnTo>
                  <a:lnTo>
                    <a:pt x="20372" y="999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A61C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" name="Google Shape;411;p31"/>
            <p:cNvSpPr/>
            <p:nvPr/>
          </p:nvSpPr>
          <p:spPr>
            <a:xfrm>
              <a:off x="608719" y="965890"/>
              <a:ext cx="606220" cy="643388"/>
            </a:xfrm>
            <a:custGeom>
              <a:rect b="b" l="l" r="r" t="t"/>
              <a:pathLst>
                <a:path extrusionOk="0" h="20037" w="20372">
                  <a:moveTo>
                    <a:pt x="1" y="1"/>
                  </a:moveTo>
                  <a:lnTo>
                    <a:pt x="1" y="20037"/>
                  </a:lnTo>
                  <a:lnTo>
                    <a:pt x="20372" y="999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646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" name="Google Shape;412;p31"/>
            <p:cNvSpPr/>
            <p:nvPr/>
          </p:nvSpPr>
          <p:spPr>
            <a:xfrm>
              <a:off x="1822766" y="322534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0" y="1"/>
                  </a:moveTo>
                  <a:lnTo>
                    <a:pt x="0" y="20037"/>
                  </a:lnTo>
                  <a:lnTo>
                    <a:pt x="20427" y="999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A400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" name="Google Shape;413;p31"/>
            <p:cNvSpPr/>
            <p:nvPr/>
          </p:nvSpPr>
          <p:spPr>
            <a:xfrm>
              <a:off x="1214909" y="1286669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1" y="1"/>
                  </a:moveTo>
                  <a:lnTo>
                    <a:pt x="1" y="20037"/>
                  </a:lnTo>
                  <a:lnTo>
                    <a:pt x="20427" y="1004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A400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" name="Google Shape;414;p31"/>
            <p:cNvSpPr/>
            <p:nvPr/>
          </p:nvSpPr>
          <p:spPr>
            <a:xfrm>
              <a:off x="1822766" y="965890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0" y="1"/>
                  </a:moveTo>
                  <a:lnTo>
                    <a:pt x="0" y="20037"/>
                  </a:lnTo>
                  <a:lnTo>
                    <a:pt x="20427" y="999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" name="Google Shape;415;p31"/>
            <p:cNvSpPr/>
            <p:nvPr/>
          </p:nvSpPr>
          <p:spPr>
            <a:xfrm>
              <a:off x="892" y="-11"/>
              <a:ext cx="607856" cy="643356"/>
            </a:xfrm>
            <a:custGeom>
              <a:rect b="b" l="l" r="r" t="t"/>
              <a:pathLst>
                <a:path extrusionOk="0" h="20036" w="20427">
                  <a:moveTo>
                    <a:pt x="0" y="0"/>
                  </a:moveTo>
                  <a:lnTo>
                    <a:pt x="0" y="20036"/>
                  </a:lnTo>
                  <a:lnTo>
                    <a:pt x="20427" y="100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646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" name="Google Shape;416;p31"/>
            <p:cNvSpPr/>
            <p:nvPr/>
          </p:nvSpPr>
          <p:spPr>
            <a:xfrm>
              <a:off x="608719" y="-11"/>
              <a:ext cx="606220" cy="322577"/>
            </a:xfrm>
            <a:custGeom>
              <a:rect b="b" l="l" r="r" t="t"/>
              <a:pathLst>
                <a:path extrusionOk="0" h="10046" w="20372">
                  <a:moveTo>
                    <a:pt x="1" y="0"/>
                  </a:moveTo>
                  <a:lnTo>
                    <a:pt x="1" y="10046"/>
                  </a:lnTo>
                  <a:lnTo>
                    <a:pt x="20372" y="0"/>
                  </a:lnTo>
                  <a:close/>
                </a:path>
              </a:pathLst>
            </a:custGeom>
            <a:solidFill>
              <a:srgbClr val="FFC800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" name="Google Shape;417;p31"/>
            <p:cNvSpPr/>
            <p:nvPr/>
          </p:nvSpPr>
          <p:spPr>
            <a:xfrm>
              <a:off x="1214909" y="-11"/>
              <a:ext cx="607886" cy="643356"/>
            </a:xfrm>
            <a:custGeom>
              <a:rect b="b" l="l" r="r" t="t"/>
              <a:pathLst>
                <a:path extrusionOk="0" h="20036" w="20428">
                  <a:moveTo>
                    <a:pt x="1" y="0"/>
                  </a:moveTo>
                  <a:lnTo>
                    <a:pt x="1" y="20036"/>
                  </a:lnTo>
                  <a:lnTo>
                    <a:pt x="20427" y="1004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" name="Google Shape;418;p31"/>
            <p:cNvSpPr/>
            <p:nvPr/>
          </p:nvSpPr>
          <p:spPr>
            <a:xfrm>
              <a:off x="1822766" y="-11"/>
              <a:ext cx="607856" cy="322577"/>
            </a:xfrm>
            <a:custGeom>
              <a:rect b="b" l="l" r="r" t="t"/>
              <a:pathLst>
                <a:path extrusionOk="0" h="10046" w="20427">
                  <a:moveTo>
                    <a:pt x="0" y="0"/>
                  </a:moveTo>
                  <a:lnTo>
                    <a:pt x="0" y="1004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A400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" name="Google Shape;419;p31"/>
            <p:cNvSpPr/>
            <p:nvPr/>
          </p:nvSpPr>
          <p:spPr>
            <a:xfrm>
              <a:off x="2430592" y="-11"/>
              <a:ext cx="607886" cy="643356"/>
            </a:xfrm>
            <a:custGeom>
              <a:rect b="b" l="l" r="r" t="t"/>
              <a:pathLst>
                <a:path extrusionOk="0" h="20036" w="20428">
                  <a:moveTo>
                    <a:pt x="1" y="0"/>
                  </a:moveTo>
                  <a:lnTo>
                    <a:pt x="1" y="20036"/>
                  </a:lnTo>
                  <a:lnTo>
                    <a:pt x="20427" y="1004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A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" name="Google Shape;420;p31"/>
            <p:cNvSpPr/>
            <p:nvPr/>
          </p:nvSpPr>
          <p:spPr>
            <a:xfrm>
              <a:off x="892" y="322534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20427" y="1"/>
                  </a:moveTo>
                  <a:lnTo>
                    <a:pt x="0" y="9991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" name="Google Shape;421;p31"/>
            <p:cNvSpPr/>
            <p:nvPr/>
          </p:nvSpPr>
          <p:spPr>
            <a:xfrm>
              <a:off x="608719" y="643313"/>
              <a:ext cx="606220" cy="643388"/>
            </a:xfrm>
            <a:custGeom>
              <a:rect b="b" l="l" r="r" t="t"/>
              <a:pathLst>
                <a:path extrusionOk="0" h="20037" w="20372">
                  <a:moveTo>
                    <a:pt x="20372" y="1"/>
                  </a:moveTo>
                  <a:lnTo>
                    <a:pt x="1" y="10047"/>
                  </a:lnTo>
                  <a:lnTo>
                    <a:pt x="20372" y="20037"/>
                  </a:lnTo>
                  <a:lnTo>
                    <a:pt x="20372" y="1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" name="Google Shape;422;p31"/>
            <p:cNvSpPr/>
            <p:nvPr/>
          </p:nvSpPr>
          <p:spPr>
            <a:xfrm>
              <a:off x="892" y="965890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20427" y="1"/>
                  </a:moveTo>
                  <a:lnTo>
                    <a:pt x="0" y="9991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E806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" name="Google Shape;423;p31"/>
            <p:cNvSpPr/>
            <p:nvPr/>
          </p:nvSpPr>
          <p:spPr>
            <a:xfrm>
              <a:off x="608719" y="1286669"/>
              <a:ext cx="606220" cy="643388"/>
            </a:xfrm>
            <a:custGeom>
              <a:rect b="b" l="l" r="r" t="t"/>
              <a:pathLst>
                <a:path extrusionOk="0" h="20037" w="20372">
                  <a:moveTo>
                    <a:pt x="20372" y="1"/>
                  </a:moveTo>
                  <a:lnTo>
                    <a:pt x="1" y="10047"/>
                  </a:lnTo>
                  <a:lnTo>
                    <a:pt x="20372" y="20037"/>
                  </a:lnTo>
                  <a:lnTo>
                    <a:pt x="20372" y="1"/>
                  </a:lnTo>
                  <a:close/>
                </a:path>
              </a:pathLst>
            </a:custGeom>
            <a:solidFill>
              <a:srgbClr val="FFA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" name="Google Shape;424;p31"/>
            <p:cNvSpPr/>
            <p:nvPr/>
          </p:nvSpPr>
          <p:spPr>
            <a:xfrm>
              <a:off x="892" y="1609246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20427" y="1"/>
                  </a:moveTo>
                  <a:lnTo>
                    <a:pt x="0" y="9991"/>
                  </a:lnTo>
                  <a:lnTo>
                    <a:pt x="20427" y="20036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64646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" name="Google Shape;425;p31"/>
            <p:cNvSpPr/>
            <p:nvPr/>
          </p:nvSpPr>
          <p:spPr>
            <a:xfrm>
              <a:off x="1214909" y="322534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20427" y="1"/>
                  </a:moveTo>
                  <a:lnTo>
                    <a:pt x="1" y="9991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64646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" name="Google Shape;426;p31"/>
            <p:cNvSpPr/>
            <p:nvPr/>
          </p:nvSpPr>
          <p:spPr>
            <a:xfrm>
              <a:off x="1214909" y="965890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20427" y="1"/>
                  </a:moveTo>
                  <a:lnTo>
                    <a:pt x="1" y="9991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FC800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" name="Google Shape;427;p31"/>
            <p:cNvSpPr/>
            <p:nvPr/>
          </p:nvSpPr>
          <p:spPr>
            <a:xfrm>
              <a:off x="1214909" y="1609246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20427" y="1"/>
                  </a:moveTo>
                  <a:lnTo>
                    <a:pt x="1" y="9991"/>
                  </a:lnTo>
                  <a:lnTo>
                    <a:pt x="20427" y="20036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" name="Google Shape;428;p31"/>
            <p:cNvSpPr/>
            <p:nvPr/>
          </p:nvSpPr>
          <p:spPr>
            <a:xfrm>
              <a:off x="2430592" y="322534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20427" y="1"/>
                  </a:moveTo>
                  <a:lnTo>
                    <a:pt x="1" y="9991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" name="Google Shape;429;p31"/>
            <p:cNvSpPr/>
            <p:nvPr/>
          </p:nvSpPr>
          <p:spPr>
            <a:xfrm>
              <a:off x="892" y="-11"/>
              <a:ext cx="607856" cy="322577"/>
            </a:xfrm>
            <a:custGeom>
              <a:rect b="b" l="l" r="r" t="t"/>
              <a:pathLst>
                <a:path extrusionOk="0" h="10046" w="20427">
                  <a:moveTo>
                    <a:pt x="0" y="0"/>
                  </a:moveTo>
                  <a:lnTo>
                    <a:pt x="20427" y="1004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" name="Google Shape;430;p31"/>
            <p:cNvSpPr/>
            <p:nvPr/>
          </p:nvSpPr>
          <p:spPr>
            <a:xfrm>
              <a:off x="608719" y="-11"/>
              <a:ext cx="606220" cy="643356"/>
            </a:xfrm>
            <a:custGeom>
              <a:rect b="b" l="l" r="r" t="t"/>
              <a:pathLst>
                <a:path extrusionOk="0" h="20036" w="20372">
                  <a:moveTo>
                    <a:pt x="20372" y="0"/>
                  </a:moveTo>
                  <a:lnTo>
                    <a:pt x="1" y="10046"/>
                  </a:lnTo>
                  <a:lnTo>
                    <a:pt x="20372" y="20036"/>
                  </a:lnTo>
                  <a:lnTo>
                    <a:pt x="20372" y="0"/>
                  </a:lnTo>
                  <a:close/>
                </a:path>
              </a:pathLst>
            </a:custGeom>
            <a:solidFill>
              <a:srgbClr val="E806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" name="Google Shape;431;p31"/>
            <p:cNvSpPr/>
            <p:nvPr/>
          </p:nvSpPr>
          <p:spPr>
            <a:xfrm>
              <a:off x="1214909" y="-11"/>
              <a:ext cx="607886" cy="322577"/>
            </a:xfrm>
            <a:custGeom>
              <a:rect b="b" l="l" r="r" t="t"/>
              <a:pathLst>
                <a:path extrusionOk="0" h="10046" w="20428">
                  <a:moveTo>
                    <a:pt x="1" y="0"/>
                  </a:moveTo>
                  <a:lnTo>
                    <a:pt x="20427" y="1004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E806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2" name="Google Shape;432;p31"/>
          <p:cNvSpPr txBox="1"/>
          <p:nvPr>
            <p:ph type="title"/>
          </p:nvPr>
        </p:nvSpPr>
        <p:spPr>
          <a:xfrm>
            <a:off x="1320025" y="1155367"/>
            <a:ext cx="6455700" cy="8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433" name="Google Shape;433;p31"/>
          <p:cNvSpPr txBox="1"/>
          <p:nvPr>
            <p:ph idx="1" type="body"/>
          </p:nvPr>
        </p:nvSpPr>
        <p:spPr>
          <a:xfrm>
            <a:off x="1320025" y="2151031"/>
            <a:ext cx="6455700" cy="38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683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00"/>
              <a:buChar char="◂"/>
              <a:defRPr/>
            </a:lvl1pPr>
            <a:lvl2pPr indent="-3683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◂"/>
              <a:defRPr/>
            </a:lvl2pPr>
            <a:lvl3pPr indent="-3683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◂"/>
              <a:defRPr/>
            </a:lvl3pPr>
            <a:lvl4pPr indent="-3683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◂"/>
              <a:defRPr/>
            </a:lvl4pPr>
            <a:lvl5pPr indent="-3683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434" name="Google Shape;434;p31"/>
          <p:cNvSpPr txBox="1"/>
          <p:nvPr>
            <p:ph idx="12" type="sldNum"/>
          </p:nvPr>
        </p:nvSpPr>
        <p:spPr>
          <a:xfrm>
            <a:off x="8556784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 + image">
  <p:cSld name="TITLE_AND_BODY_1"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6" name="Google Shape;436;p32"/>
          <p:cNvGrpSpPr/>
          <p:nvPr/>
        </p:nvGrpSpPr>
        <p:grpSpPr>
          <a:xfrm>
            <a:off x="4894945" y="-15"/>
            <a:ext cx="4251603" cy="6862248"/>
            <a:chOff x="4894945" y="-11"/>
            <a:chExt cx="4251603" cy="5146815"/>
          </a:xfrm>
        </p:grpSpPr>
        <p:sp>
          <p:nvSpPr>
            <p:cNvPr id="437" name="Google Shape;437;p32"/>
            <p:cNvSpPr/>
            <p:nvPr/>
          </p:nvSpPr>
          <p:spPr>
            <a:xfrm>
              <a:off x="6108962" y="4182670"/>
              <a:ext cx="607886" cy="643356"/>
            </a:xfrm>
            <a:custGeom>
              <a:rect b="b" l="l" r="r" t="t"/>
              <a:pathLst>
                <a:path extrusionOk="0" h="20036" w="20428">
                  <a:moveTo>
                    <a:pt x="1" y="0"/>
                  </a:moveTo>
                  <a:lnTo>
                    <a:pt x="1" y="20036"/>
                  </a:lnTo>
                  <a:lnTo>
                    <a:pt x="20427" y="999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A400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" name="Google Shape;438;p32"/>
            <p:cNvSpPr/>
            <p:nvPr/>
          </p:nvSpPr>
          <p:spPr>
            <a:xfrm>
              <a:off x="6716818" y="3860093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0" y="0"/>
                  </a:moveTo>
                  <a:lnTo>
                    <a:pt x="0" y="20036"/>
                  </a:lnTo>
                  <a:lnTo>
                    <a:pt x="20427" y="100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" name="Google Shape;439;p32"/>
            <p:cNvSpPr/>
            <p:nvPr/>
          </p:nvSpPr>
          <p:spPr>
            <a:xfrm>
              <a:off x="7324645" y="3539314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1" y="0"/>
                  </a:moveTo>
                  <a:lnTo>
                    <a:pt x="1" y="20036"/>
                  </a:lnTo>
                  <a:lnTo>
                    <a:pt x="20427" y="999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646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" name="Google Shape;440;p32"/>
            <p:cNvSpPr/>
            <p:nvPr/>
          </p:nvSpPr>
          <p:spPr>
            <a:xfrm>
              <a:off x="7324645" y="4182670"/>
              <a:ext cx="607886" cy="643356"/>
            </a:xfrm>
            <a:custGeom>
              <a:rect b="b" l="l" r="r" t="t"/>
              <a:pathLst>
                <a:path extrusionOk="0" h="20036" w="20428">
                  <a:moveTo>
                    <a:pt x="1" y="0"/>
                  </a:moveTo>
                  <a:lnTo>
                    <a:pt x="1" y="20036"/>
                  </a:lnTo>
                  <a:lnTo>
                    <a:pt x="20427" y="999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1" name="Google Shape;441;p32"/>
            <p:cNvSpPr/>
            <p:nvPr/>
          </p:nvSpPr>
          <p:spPr>
            <a:xfrm>
              <a:off x="7932502" y="643313"/>
              <a:ext cx="606220" cy="643388"/>
            </a:xfrm>
            <a:custGeom>
              <a:rect b="b" l="l" r="r" t="t"/>
              <a:pathLst>
                <a:path extrusionOk="0" h="20037" w="20372">
                  <a:moveTo>
                    <a:pt x="0" y="1"/>
                  </a:moveTo>
                  <a:lnTo>
                    <a:pt x="0" y="20037"/>
                  </a:lnTo>
                  <a:lnTo>
                    <a:pt x="20371" y="1004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A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" name="Google Shape;442;p32"/>
            <p:cNvSpPr/>
            <p:nvPr/>
          </p:nvSpPr>
          <p:spPr>
            <a:xfrm>
              <a:off x="8538692" y="322534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0" y="1"/>
                  </a:moveTo>
                  <a:lnTo>
                    <a:pt x="0" y="20037"/>
                  </a:lnTo>
                  <a:lnTo>
                    <a:pt x="20427" y="999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" name="Google Shape;443;p32"/>
            <p:cNvSpPr/>
            <p:nvPr/>
          </p:nvSpPr>
          <p:spPr>
            <a:xfrm>
              <a:off x="7932502" y="1286669"/>
              <a:ext cx="606220" cy="643388"/>
            </a:xfrm>
            <a:custGeom>
              <a:rect b="b" l="l" r="r" t="t"/>
              <a:pathLst>
                <a:path extrusionOk="0" h="20037" w="20372">
                  <a:moveTo>
                    <a:pt x="0" y="1"/>
                  </a:moveTo>
                  <a:lnTo>
                    <a:pt x="0" y="20037"/>
                  </a:lnTo>
                  <a:lnTo>
                    <a:pt x="20371" y="1004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C800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" name="Google Shape;444;p32"/>
            <p:cNvSpPr/>
            <p:nvPr/>
          </p:nvSpPr>
          <p:spPr>
            <a:xfrm>
              <a:off x="7932502" y="3216737"/>
              <a:ext cx="606220" cy="643388"/>
            </a:xfrm>
            <a:custGeom>
              <a:rect b="b" l="l" r="r" t="t"/>
              <a:pathLst>
                <a:path extrusionOk="0" h="20037" w="20372">
                  <a:moveTo>
                    <a:pt x="0" y="0"/>
                  </a:moveTo>
                  <a:lnTo>
                    <a:pt x="0" y="20036"/>
                  </a:lnTo>
                  <a:lnTo>
                    <a:pt x="20371" y="100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" name="Google Shape;445;p32"/>
            <p:cNvSpPr/>
            <p:nvPr/>
          </p:nvSpPr>
          <p:spPr>
            <a:xfrm>
              <a:off x="8538692" y="3539314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0" y="0"/>
                  </a:moveTo>
                  <a:lnTo>
                    <a:pt x="0" y="20036"/>
                  </a:lnTo>
                  <a:lnTo>
                    <a:pt x="20427" y="99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06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" name="Google Shape;446;p32"/>
            <p:cNvSpPr/>
            <p:nvPr/>
          </p:nvSpPr>
          <p:spPr>
            <a:xfrm>
              <a:off x="6108962" y="-11"/>
              <a:ext cx="607886" cy="322577"/>
            </a:xfrm>
            <a:custGeom>
              <a:rect b="b" l="l" r="r" t="t"/>
              <a:pathLst>
                <a:path extrusionOk="0" h="10046" w="20428">
                  <a:moveTo>
                    <a:pt x="1" y="0"/>
                  </a:moveTo>
                  <a:lnTo>
                    <a:pt x="1" y="1004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" name="Google Shape;447;p32"/>
            <p:cNvSpPr/>
            <p:nvPr/>
          </p:nvSpPr>
          <p:spPr>
            <a:xfrm>
              <a:off x="6716818" y="-11"/>
              <a:ext cx="607856" cy="643356"/>
            </a:xfrm>
            <a:custGeom>
              <a:rect b="b" l="l" r="r" t="t"/>
              <a:pathLst>
                <a:path extrusionOk="0" h="20036" w="20427">
                  <a:moveTo>
                    <a:pt x="0" y="0"/>
                  </a:moveTo>
                  <a:lnTo>
                    <a:pt x="0" y="20036"/>
                  </a:lnTo>
                  <a:lnTo>
                    <a:pt x="20427" y="100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A400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" name="Google Shape;448;p32"/>
            <p:cNvSpPr/>
            <p:nvPr/>
          </p:nvSpPr>
          <p:spPr>
            <a:xfrm>
              <a:off x="7324645" y="-11"/>
              <a:ext cx="607886" cy="322577"/>
            </a:xfrm>
            <a:custGeom>
              <a:rect b="b" l="l" r="r" t="t"/>
              <a:pathLst>
                <a:path extrusionOk="0" h="10046" w="20428">
                  <a:moveTo>
                    <a:pt x="1" y="0"/>
                  </a:moveTo>
                  <a:lnTo>
                    <a:pt x="1" y="1004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A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" name="Google Shape;449;p32"/>
            <p:cNvSpPr/>
            <p:nvPr/>
          </p:nvSpPr>
          <p:spPr>
            <a:xfrm>
              <a:off x="7932502" y="-11"/>
              <a:ext cx="606220" cy="643356"/>
            </a:xfrm>
            <a:custGeom>
              <a:rect b="b" l="l" r="r" t="t"/>
              <a:pathLst>
                <a:path extrusionOk="0" h="20036" w="20372">
                  <a:moveTo>
                    <a:pt x="0" y="0"/>
                  </a:moveTo>
                  <a:lnTo>
                    <a:pt x="0" y="20036"/>
                  </a:lnTo>
                  <a:lnTo>
                    <a:pt x="20371" y="100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64646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" name="Google Shape;450;p32"/>
            <p:cNvSpPr/>
            <p:nvPr/>
          </p:nvSpPr>
          <p:spPr>
            <a:xfrm>
              <a:off x="8538692" y="-11"/>
              <a:ext cx="607856" cy="322577"/>
            </a:xfrm>
            <a:custGeom>
              <a:rect b="b" l="l" r="r" t="t"/>
              <a:pathLst>
                <a:path extrusionOk="0" h="10046" w="20427">
                  <a:moveTo>
                    <a:pt x="0" y="0"/>
                  </a:moveTo>
                  <a:lnTo>
                    <a:pt x="0" y="1004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646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1" name="Google Shape;451;p32"/>
            <p:cNvSpPr/>
            <p:nvPr/>
          </p:nvSpPr>
          <p:spPr>
            <a:xfrm>
              <a:off x="4894945" y="3860093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20427" y="0"/>
                  </a:moveTo>
                  <a:lnTo>
                    <a:pt x="0" y="10046"/>
                  </a:lnTo>
                  <a:lnTo>
                    <a:pt x="20427" y="2003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C800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" name="Google Shape;452;p32"/>
            <p:cNvSpPr/>
            <p:nvPr/>
          </p:nvSpPr>
          <p:spPr>
            <a:xfrm>
              <a:off x="6108962" y="3860093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20427" y="0"/>
                  </a:moveTo>
                  <a:lnTo>
                    <a:pt x="1" y="10046"/>
                  </a:lnTo>
                  <a:lnTo>
                    <a:pt x="20427" y="2003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A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" name="Google Shape;453;p32"/>
            <p:cNvSpPr/>
            <p:nvPr/>
          </p:nvSpPr>
          <p:spPr>
            <a:xfrm>
              <a:off x="5502772" y="4182670"/>
              <a:ext cx="606220" cy="643356"/>
            </a:xfrm>
            <a:custGeom>
              <a:rect b="b" l="l" r="r" t="t"/>
              <a:pathLst>
                <a:path extrusionOk="0" h="20036" w="20372">
                  <a:moveTo>
                    <a:pt x="20372" y="0"/>
                  </a:moveTo>
                  <a:lnTo>
                    <a:pt x="1" y="9990"/>
                  </a:lnTo>
                  <a:lnTo>
                    <a:pt x="20372" y="20036"/>
                  </a:lnTo>
                  <a:lnTo>
                    <a:pt x="20372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" name="Google Shape;454;p32"/>
            <p:cNvSpPr/>
            <p:nvPr/>
          </p:nvSpPr>
          <p:spPr>
            <a:xfrm>
              <a:off x="7324645" y="3216737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20427" y="0"/>
                  </a:moveTo>
                  <a:lnTo>
                    <a:pt x="1" y="10046"/>
                  </a:lnTo>
                  <a:lnTo>
                    <a:pt x="20427" y="2003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E806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" name="Google Shape;455;p32"/>
            <p:cNvSpPr/>
            <p:nvPr/>
          </p:nvSpPr>
          <p:spPr>
            <a:xfrm>
              <a:off x="6716818" y="3539314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20427" y="0"/>
                  </a:moveTo>
                  <a:lnTo>
                    <a:pt x="0" y="9990"/>
                  </a:lnTo>
                  <a:lnTo>
                    <a:pt x="20427" y="2003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A400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" name="Google Shape;456;p32"/>
            <p:cNvSpPr/>
            <p:nvPr/>
          </p:nvSpPr>
          <p:spPr>
            <a:xfrm>
              <a:off x="6716818" y="4182670"/>
              <a:ext cx="607856" cy="643356"/>
            </a:xfrm>
            <a:custGeom>
              <a:rect b="b" l="l" r="r" t="t"/>
              <a:pathLst>
                <a:path extrusionOk="0" h="20036" w="20427">
                  <a:moveTo>
                    <a:pt x="20427" y="0"/>
                  </a:moveTo>
                  <a:lnTo>
                    <a:pt x="0" y="9990"/>
                  </a:lnTo>
                  <a:lnTo>
                    <a:pt x="20427" y="2003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C800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" name="Google Shape;457;p32"/>
            <p:cNvSpPr/>
            <p:nvPr/>
          </p:nvSpPr>
          <p:spPr>
            <a:xfrm>
              <a:off x="7932502" y="322534"/>
              <a:ext cx="606220" cy="643388"/>
            </a:xfrm>
            <a:custGeom>
              <a:rect b="b" l="l" r="r" t="t"/>
              <a:pathLst>
                <a:path extrusionOk="0" h="20037" w="20372">
                  <a:moveTo>
                    <a:pt x="20371" y="1"/>
                  </a:moveTo>
                  <a:lnTo>
                    <a:pt x="0" y="9991"/>
                  </a:lnTo>
                  <a:lnTo>
                    <a:pt x="20371" y="20037"/>
                  </a:lnTo>
                  <a:lnTo>
                    <a:pt x="20371" y="1"/>
                  </a:lnTo>
                  <a:close/>
                </a:path>
              </a:pathLst>
            </a:custGeom>
            <a:solidFill>
              <a:srgbClr val="A61C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" name="Google Shape;458;p32"/>
            <p:cNvSpPr/>
            <p:nvPr/>
          </p:nvSpPr>
          <p:spPr>
            <a:xfrm>
              <a:off x="7932502" y="965890"/>
              <a:ext cx="606220" cy="643388"/>
            </a:xfrm>
            <a:custGeom>
              <a:rect b="b" l="l" r="r" t="t"/>
              <a:pathLst>
                <a:path extrusionOk="0" h="20037" w="20372">
                  <a:moveTo>
                    <a:pt x="20371" y="1"/>
                  </a:moveTo>
                  <a:lnTo>
                    <a:pt x="0" y="9991"/>
                  </a:lnTo>
                  <a:lnTo>
                    <a:pt x="20371" y="20037"/>
                  </a:lnTo>
                  <a:lnTo>
                    <a:pt x="20371" y="1"/>
                  </a:lnTo>
                  <a:close/>
                </a:path>
              </a:pathLst>
            </a:custGeom>
            <a:solidFill>
              <a:srgbClr val="FFA400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" name="Google Shape;459;p32"/>
            <p:cNvSpPr/>
            <p:nvPr/>
          </p:nvSpPr>
          <p:spPr>
            <a:xfrm>
              <a:off x="7932502" y="2895958"/>
              <a:ext cx="606220" cy="643388"/>
            </a:xfrm>
            <a:custGeom>
              <a:rect b="b" l="l" r="r" t="t"/>
              <a:pathLst>
                <a:path extrusionOk="0" h="20037" w="20372">
                  <a:moveTo>
                    <a:pt x="20371" y="0"/>
                  </a:moveTo>
                  <a:lnTo>
                    <a:pt x="0" y="9990"/>
                  </a:lnTo>
                  <a:lnTo>
                    <a:pt x="20371" y="20036"/>
                  </a:lnTo>
                  <a:lnTo>
                    <a:pt x="20371" y="0"/>
                  </a:lnTo>
                  <a:close/>
                </a:path>
              </a:pathLst>
            </a:custGeom>
            <a:solidFill>
              <a:srgbClr val="F64646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" name="Google Shape;460;p32"/>
            <p:cNvSpPr/>
            <p:nvPr/>
          </p:nvSpPr>
          <p:spPr>
            <a:xfrm>
              <a:off x="7932492" y="3538418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20427" y="0"/>
                  </a:moveTo>
                  <a:lnTo>
                    <a:pt x="0" y="10046"/>
                  </a:lnTo>
                  <a:lnTo>
                    <a:pt x="20427" y="2003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1" name="Google Shape;461;p32"/>
            <p:cNvSpPr/>
            <p:nvPr/>
          </p:nvSpPr>
          <p:spPr>
            <a:xfrm>
              <a:off x="6108962" y="-11"/>
              <a:ext cx="607886" cy="643356"/>
            </a:xfrm>
            <a:custGeom>
              <a:rect b="b" l="l" r="r" t="t"/>
              <a:pathLst>
                <a:path extrusionOk="0" h="20036" w="20428">
                  <a:moveTo>
                    <a:pt x="20427" y="0"/>
                  </a:moveTo>
                  <a:lnTo>
                    <a:pt x="1" y="10046"/>
                  </a:lnTo>
                  <a:lnTo>
                    <a:pt x="20427" y="2003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" name="Google Shape;462;p32"/>
            <p:cNvSpPr/>
            <p:nvPr/>
          </p:nvSpPr>
          <p:spPr>
            <a:xfrm>
              <a:off x="6716818" y="-11"/>
              <a:ext cx="607856" cy="322577"/>
            </a:xfrm>
            <a:custGeom>
              <a:rect b="b" l="l" r="r" t="t"/>
              <a:pathLst>
                <a:path extrusionOk="0" h="10046" w="20427">
                  <a:moveTo>
                    <a:pt x="0" y="0"/>
                  </a:moveTo>
                  <a:lnTo>
                    <a:pt x="20427" y="1004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" name="Google Shape;463;p32"/>
            <p:cNvSpPr/>
            <p:nvPr/>
          </p:nvSpPr>
          <p:spPr>
            <a:xfrm>
              <a:off x="6716818" y="4825993"/>
              <a:ext cx="607856" cy="320811"/>
            </a:xfrm>
            <a:custGeom>
              <a:rect b="b" l="l" r="r" t="t"/>
              <a:pathLst>
                <a:path extrusionOk="0" h="9991" w="20427">
                  <a:moveTo>
                    <a:pt x="20427" y="1"/>
                  </a:moveTo>
                  <a:lnTo>
                    <a:pt x="0" y="9991"/>
                  </a:lnTo>
                  <a:lnTo>
                    <a:pt x="20427" y="9991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64646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" name="Google Shape;464;p32"/>
            <p:cNvSpPr/>
            <p:nvPr/>
          </p:nvSpPr>
          <p:spPr>
            <a:xfrm>
              <a:off x="7324645" y="4503448"/>
              <a:ext cx="607886" cy="643356"/>
            </a:xfrm>
            <a:custGeom>
              <a:rect b="b" l="l" r="r" t="t"/>
              <a:pathLst>
                <a:path extrusionOk="0" h="20036" w="20428">
                  <a:moveTo>
                    <a:pt x="20427" y="0"/>
                  </a:moveTo>
                  <a:lnTo>
                    <a:pt x="1" y="10046"/>
                  </a:lnTo>
                  <a:lnTo>
                    <a:pt x="20427" y="2003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A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" name="Google Shape;465;p32"/>
            <p:cNvSpPr/>
            <p:nvPr/>
          </p:nvSpPr>
          <p:spPr>
            <a:xfrm>
              <a:off x="8538692" y="-11"/>
              <a:ext cx="607856" cy="643356"/>
            </a:xfrm>
            <a:custGeom>
              <a:rect b="b" l="l" r="r" t="t"/>
              <a:pathLst>
                <a:path extrusionOk="0" h="20036" w="20427">
                  <a:moveTo>
                    <a:pt x="20427" y="0"/>
                  </a:moveTo>
                  <a:lnTo>
                    <a:pt x="0" y="10046"/>
                  </a:lnTo>
                  <a:lnTo>
                    <a:pt x="20427" y="2003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C800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" name="Google Shape;466;p32"/>
            <p:cNvSpPr/>
            <p:nvPr/>
          </p:nvSpPr>
          <p:spPr>
            <a:xfrm>
              <a:off x="8538692" y="4503448"/>
              <a:ext cx="607856" cy="643356"/>
            </a:xfrm>
            <a:custGeom>
              <a:rect b="b" l="l" r="r" t="t"/>
              <a:pathLst>
                <a:path extrusionOk="0" h="20036" w="20427">
                  <a:moveTo>
                    <a:pt x="20427" y="0"/>
                  </a:moveTo>
                  <a:lnTo>
                    <a:pt x="0" y="10046"/>
                  </a:lnTo>
                  <a:lnTo>
                    <a:pt x="20427" y="2003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" name="Google Shape;467;p32"/>
            <p:cNvSpPr/>
            <p:nvPr/>
          </p:nvSpPr>
          <p:spPr>
            <a:xfrm>
              <a:off x="5502772" y="643313"/>
              <a:ext cx="3643776" cy="3860168"/>
            </a:xfrm>
            <a:custGeom>
              <a:rect b="b" l="l" r="r" t="t"/>
              <a:pathLst>
                <a:path extrusionOk="0" h="120217" w="122449">
                  <a:moveTo>
                    <a:pt x="1" y="1"/>
                  </a:moveTo>
                  <a:lnTo>
                    <a:pt x="1" y="120216"/>
                  </a:lnTo>
                  <a:lnTo>
                    <a:pt x="122449" y="6010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" name="Google Shape;468;p32"/>
            <p:cNvSpPr/>
            <p:nvPr/>
          </p:nvSpPr>
          <p:spPr>
            <a:xfrm>
              <a:off x="7324658" y="322534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1" y="1"/>
                  </a:moveTo>
                  <a:lnTo>
                    <a:pt x="1" y="20037"/>
                  </a:lnTo>
                  <a:lnTo>
                    <a:pt x="20427" y="999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A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" name="Google Shape;469;p32"/>
            <p:cNvSpPr/>
            <p:nvPr/>
          </p:nvSpPr>
          <p:spPr>
            <a:xfrm>
              <a:off x="7324658" y="965890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1" y="1"/>
                  </a:moveTo>
                  <a:lnTo>
                    <a:pt x="1" y="20037"/>
                  </a:lnTo>
                  <a:lnTo>
                    <a:pt x="20427" y="999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806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" name="Google Shape;470;p32"/>
            <p:cNvSpPr/>
            <p:nvPr/>
          </p:nvSpPr>
          <p:spPr>
            <a:xfrm>
              <a:off x="6716831" y="322534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20427" y="1"/>
                  </a:moveTo>
                  <a:lnTo>
                    <a:pt x="0" y="9991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646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" name="Google Shape;471;p32"/>
            <p:cNvSpPr/>
            <p:nvPr/>
          </p:nvSpPr>
          <p:spPr>
            <a:xfrm>
              <a:off x="6716831" y="965890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20427" y="1"/>
                  </a:moveTo>
                  <a:lnTo>
                    <a:pt x="0" y="9991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" name="Google Shape;472;p32"/>
            <p:cNvSpPr/>
            <p:nvPr/>
          </p:nvSpPr>
          <p:spPr>
            <a:xfrm>
              <a:off x="7324658" y="1286669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20427" y="1"/>
                  </a:moveTo>
                  <a:lnTo>
                    <a:pt x="1" y="10047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646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" name="Google Shape;473;p32"/>
            <p:cNvSpPr/>
            <p:nvPr/>
          </p:nvSpPr>
          <p:spPr>
            <a:xfrm>
              <a:off x="7324658" y="-11"/>
              <a:ext cx="607886" cy="643356"/>
            </a:xfrm>
            <a:custGeom>
              <a:rect b="b" l="l" r="r" t="t"/>
              <a:pathLst>
                <a:path extrusionOk="0" h="20036" w="20428">
                  <a:moveTo>
                    <a:pt x="20427" y="0"/>
                  </a:moveTo>
                  <a:lnTo>
                    <a:pt x="1" y="10046"/>
                  </a:lnTo>
                  <a:lnTo>
                    <a:pt x="20427" y="2003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74" name="Google Shape;474;p32"/>
          <p:cNvGrpSpPr/>
          <p:nvPr/>
        </p:nvGrpSpPr>
        <p:grpSpPr>
          <a:xfrm>
            <a:off x="-6" y="-15"/>
            <a:ext cx="2429759" cy="2145665"/>
            <a:chOff x="608719" y="-11"/>
            <a:chExt cx="2429759" cy="1609289"/>
          </a:xfrm>
        </p:grpSpPr>
        <p:sp>
          <p:nvSpPr>
            <p:cNvPr id="475" name="Google Shape;475;p32"/>
            <p:cNvSpPr/>
            <p:nvPr/>
          </p:nvSpPr>
          <p:spPr>
            <a:xfrm>
              <a:off x="608719" y="322534"/>
              <a:ext cx="606220" cy="643388"/>
            </a:xfrm>
            <a:custGeom>
              <a:rect b="b" l="l" r="r" t="t"/>
              <a:pathLst>
                <a:path extrusionOk="0" h="20037" w="20372">
                  <a:moveTo>
                    <a:pt x="1" y="1"/>
                  </a:moveTo>
                  <a:lnTo>
                    <a:pt x="1" y="20037"/>
                  </a:lnTo>
                  <a:lnTo>
                    <a:pt x="20372" y="999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646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" name="Google Shape;476;p32"/>
            <p:cNvSpPr/>
            <p:nvPr/>
          </p:nvSpPr>
          <p:spPr>
            <a:xfrm>
              <a:off x="608719" y="965890"/>
              <a:ext cx="606220" cy="643388"/>
            </a:xfrm>
            <a:custGeom>
              <a:rect b="b" l="l" r="r" t="t"/>
              <a:pathLst>
                <a:path extrusionOk="0" h="20037" w="20372">
                  <a:moveTo>
                    <a:pt x="1" y="1"/>
                  </a:moveTo>
                  <a:lnTo>
                    <a:pt x="1" y="20037"/>
                  </a:lnTo>
                  <a:lnTo>
                    <a:pt x="20372" y="999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A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" name="Google Shape;477;p32"/>
            <p:cNvSpPr/>
            <p:nvPr/>
          </p:nvSpPr>
          <p:spPr>
            <a:xfrm>
              <a:off x="1822766" y="322534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0" y="1"/>
                  </a:moveTo>
                  <a:lnTo>
                    <a:pt x="0" y="20037"/>
                  </a:lnTo>
                  <a:lnTo>
                    <a:pt x="20427" y="999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A400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" name="Google Shape;478;p32"/>
            <p:cNvSpPr/>
            <p:nvPr/>
          </p:nvSpPr>
          <p:spPr>
            <a:xfrm>
              <a:off x="1822766" y="965890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0" y="1"/>
                  </a:moveTo>
                  <a:lnTo>
                    <a:pt x="0" y="20037"/>
                  </a:lnTo>
                  <a:lnTo>
                    <a:pt x="20427" y="999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" name="Google Shape;479;p32"/>
            <p:cNvSpPr/>
            <p:nvPr/>
          </p:nvSpPr>
          <p:spPr>
            <a:xfrm>
              <a:off x="1214909" y="-11"/>
              <a:ext cx="607886" cy="643356"/>
            </a:xfrm>
            <a:custGeom>
              <a:rect b="b" l="l" r="r" t="t"/>
              <a:pathLst>
                <a:path extrusionOk="0" h="20036" w="20428">
                  <a:moveTo>
                    <a:pt x="1" y="0"/>
                  </a:moveTo>
                  <a:lnTo>
                    <a:pt x="1" y="20036"/>
                  </a:lnTo>
                  <a:lnTo>
                    <a:pt x="20427" y="1004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0" name="Google Shape;480;p32"/>
            <p:cNvSpPr/>
            <p:nvPr/>
          </p:nvSpPr>
          <p:spPr>
            <a:xfrm>
              <a:off x="1822766" y="-11"/>
              <a:ext cx="607856" cy="322577"/>
            </a:xfrm>
            <a:custGeom>
              <a:rect b="b" l="l" r="r" t="t"/>
              <a:pathLst>
                <a:path extrusionOk="0" h="10046" w="20427">
                  <a:moveTo>
                    <a:pt x="0" y="0"/>
                  </a:moveTo>
                  <a:lnTo>
                    <a:pt x="0" y="1004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A400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1" name="Google Shape;481;p32"/>
            <p:cNvSpPr/>
            <p:nvPr/>
          </p:nvSpPr>
          <p:spPr>
            <a:xfrm>
              <a:off x="608719" y="643313"/>
              <a:ext cx="606220" cy="643388"/>
            </a:xfrm>
            <a:custGeom>
              <a:rect b="b" l="l" r="r" t="t"/>
              <a:pathLst>
                <a:path extrusionOk="0" h="20037" w="20372">
                  <a:moveTo>
                    <a:pt x="20372" y="1"/>
                  </a:moveTo>
                  <a:lnTo>
                    <a:pt x="1" y="10047"/>
                  </a:lnTo>
                  <a:lnTo>
                    <a:pt x="20372" y="20037"/>
                  </a:lnTo>
                  <a:lnTo>
                    <a:pt x="20372" y="1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2" name="Google Shape;482;p32"/>
            <p:cNvSpPr/>
            <p:nvPr/>
          </p:nvSpPr>
          <p:spPr>
            <a:xfrm>
              <a:off x="1214909" y="322534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20427" y="1"/>
                  </a:moveTo>
                  <a:lnTo>
                    <a:pt x="1" y="9991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64646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" name="Google Shape;483;p32"/>
            <p:cNvSpPr/>
            <p:nvPr/>
          </p:nvSpPr>
          <p:spPr>
            <a:xfrm>
              <a:off x="1214909" y="965890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20427" y="1"/>
                  </a:moveTo>
                  <a:lnTo>
                    <a:pt x="1" y="9991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FC800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" name="Google Shape;484;p32"/>
            <p:cNvSpPr/>
            <p:nvPr/>
          </p:nvSpPr>
          <p:spPr>
            <a:xfrm>
              <a:off x="2430592" y="322534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20427" y="1"/>
                  </a:moveTo>
                  <a:lnTo>
                    <a:pt x="1" y="9991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" name="Google Shape;485;p32"/>
            <p:cNvSpPr/>
            <p:nvPr/>
          </p:nvSpPr>
          <p:spPr>
            <a:xfrm>
              <a:off x="608719" y="-11"/>
              <a:ext cx="606220" cy="643356"/>
            </a:xfrm>
            <a:custGeom>
              <a:rect b="b" l="l" r="r" t="t"/>
              <a:pathLst>
                <a:path extrusionOk="0" h="20036" w="20372">
                  <a:moveTo>
                    <a:pt x="20372" y="0"/>
                  </a:moveTo>
                  <a:lnTo>
                    <a:pt x="1" y="10046"/>
                  </a:lnTo>
                  <a:lnTo>
                    <a:pt x="20372" y="20036"/>
                  </a:lnTo>
                  <a:lnTo>
                    <a:pt x="20372" y="0"/>
                  </a:lnTo>
                  <a:close/>
                </a:path>
              </a:pathLst>
            </a:custGeom>
            <a:solidFill>
              <a:srgbClr val="E806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" name="Google Shape;486;p32"/>
            <p:cNvSpPr/>
            <p:nvPr/>
          </p:nvSpPr>
          <p:spPr>
            <a:xfrm>
              <a:off x="1214909" y="-11"/>
              <a:ext cx="607886" cy="322577"/>
            </a:xfrm>
            <a:custGeom>
              <a:rect b="b" l="l" r="r" t="t"/>
              <a:pathLst>
                <a:path extrusionOk="0" h="10046" w="20428">
                  <a:moveTo>
                    <a:pt x="1" y="0"/>
                  </a:moveTo>
                  <a:lnTo>
                    <a:pt x="20427" y="1004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A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87" name="Google Shape;487;p32"/>
          <p:cNvSpPr txBox="1"/>
          <p:nvPr>
            <p:ph type="title"/>
          </p:nvPr>
        </p:nvSpPr>
        <p:spPr>
          <a:xfrm>
            <a:off x="742725" y="2203667"/>
            <a:ext cx="3892200" cy="685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488" name="Google Shape;488;p32"/>
          <p:cNvSpPr txBox="1"/>
          <p:nvPr>
            <p:ph idx="1" type="body"/>
          </p:nvPr>
        </p:nvSpPr>
        <p:spPr>
          <a:xfrm>
            <a:off x="742725" y="2969639"/>
            <a:ext cx="3892200" cy="29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◂"/>
              <a:defRPr sz="2000"/>
            </a:lvl1pPr>
            <a:lvl2pPr indent="-355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◂"/>
              <a:defRPr sz="2000"/>
            </a:lvl2pPr>
            <a:lvl3pPr indent="-355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◂"/>
              <a:defRPr sz="2000"/>
            </a:lvl3pPr>
            <a:lvl4pPr indent="-355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◂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/>
        </p:txBody>
      </p:sp>
      <p:sp>
        <p:nvSpPr>
          <p:cNvPr id="489" name="Google Shape;489;p32"/>
          <p:cNvSpPr txBox="1"/>
          <p:nvPr>
            <p:ph idx="12" type="sldNum"/>
          </p:nvPr>
        </p:nvSpPr>
        <p:spPr>
          <a:xfrm>
            <a:off x="8556784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490" name="Google Shape;490;p32"/>
          <p:cNvSpPr/>
          <p:nvPr/>
        </p:nvSpPr>
        <p:spPr>
          <a:xfrm>
            <a:off x="8538692" y="6434658"/>
            <a:ext cx="607856" cy="427740"/>
          </a:xfrm>
          <a:custGeom>
            <a:rect b="b" l="l" r="r" t="t"/>
            <a:pathLst>
              <a:path extrusionOk="0" h="9991" w="20427">
                <a:moveTo>
                  <a:pt x="0" y="1"/>
                </a:moveTo>
                <a:lnTo>
                  <a:pt x="0" y="9991"/>
                </a:lnTo>
                <a:lnTo>
                  <a:pt x="20427" y="9991"/>
                </a:lnTo>
                <a:lnTo>
                  <a:pt x="0" y="1"/>
                </a:lnTo>
                <a:close/>
              </a:path>
            </a:pathLst>
          </a:custGeom>
          <a:noFill/>
          <a:ln cap="flat" cmpd="sng" w="9525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3 columns">
  <p:cSld name="TITLE_AND_TWO_COLUMNS_1"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2" name="Google Shape;492;p33"/>
          <p:cNvGrpSpPr/>
          <p:nvPr/>
        </p:nvGrpSpPr>
        <p:grpSpPr>
          <a:xfrm>
            <a:off x="6714243" y="5146661"/>
            <a:ext cx="2429755" cy="1715572"/>
            <a:chOff x="6714243" y="3860093"/>
            <a:chExt cx="2429755" cy="1286711"/>
          </a:xfrm>
        </p:grpSpPr>
        <p:sp>
          <p:nvSpPr>
            <p:cNvPr id="493" name="Google Shape;493;p33"/>
            <p:cNvSpPr/>
            <p:nvPr/>
          </p:nvSpPr>
          <p:spPr>
            <a:xfrm>
              <a:off x="7929952" y="3860093"/>
              <a:ext cx="606220" cy="643388"/>
            </a:xfrm>
            <a:custGeom>
              <a:rect b="b" l="l" r="r" t="t"/>
              <a:pathLst>
                <a:path extrusionOk="0" h="20037" w="20372">
                  <a:moveTo>
                    <a:pt x="0" y="0"/>
                  </a:moveTo>
                  <a:lnTo>
                    <a:pt x="0" y="20036"/>
                  </a:lnTo>
                  <a:lnTo>
                    <a:pt x="20371" y="100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A400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" name="Google Shape;494;p33"/>
            <p:cNvSpPr/>
            <p:nvPr/>
          </p:nvSpPr>
          <p:spPr>
            <a:xfrm>
              <a:off x="8536142" y="4182670"/>
              <a:ext cx="607856" cy="643356"/>
            </a:xfrm>
            <a:custGeom>
              <a:rect b="b" l="l" r="r" t="t"/>
              <a:pathLst>
                <a:path extrusionOk="0" h="20036" w="20427">
                  <a:moveTo>
                    <a:pt x="0" y="0"/>
                  </a:moveTo>
                  <a:lnTo>
                    <a:pt x="0" y="20036"/>
                  </a:lnTo>
                  <a:lnTo>
                    <a:pt x="20427" y="99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A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" name="Google Shape;495;p33"/>
            <p:cNvSpPr/>
            <p:nvPr/>
          </p:nvSpPr>
          <p:spPr>
            <a:xfrm>
              <a:off x="7322095" y="4825993"/>
              <a:ext cx="607886" cy="320811"/>
            </a:xfrm>
            <a:custGeom>
              <a:rect b="b" l="l" r="r" t="t"/>
              <a:pathLst>
                <a:path extrusionOk="0" h="9991" w="20428">
                  <a:moveTo>
                    <a:pt x="1" y="1"/>
                  </a:moveTo>
                  <a:lnTo>
                    <a:pt x="1" y="9991"/>
                  </a:lnTo>
                  <a:lnTo>
                    <a:pt x="20427" y="999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" name="Google Shape;496;p33"/>
            <p:cNvSpPr/>
            <p:nvPr/>
          </p:nvSpPr>
          <p:spPr>
            <a:xfrm>
              <a:off x="7929952" y="4503448"/>
              <a:ext cx="606220" cy="643356"/>
            </a:xfrm>
            <a:custGeom>
              <a:rect b="b" l="l" r="r" t="t"/>
              <a:pathLst>
                <a:path extrusionOk="0" h="20036" w="20372">
                  <a:moveTo>
                    <a:pt x="0" y="0"/>
                  </a:moveTo>
                  <a:lnTo>
                    <a:pt x="0" y="20036"/>
                  </a:lnTo>
                  <a:lnTo>
                    <a:pt x="20371" y="100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646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7" name="Google Shape;497;p33"/>
            <p:cNvSpPr/>
            <p:nvPr/>
          </p:nvSpPr>
          <p:spPr>
            <a:xfrm>
              <a:off x="8536142" y="4825993"/>
              <a:ext cx="607856" cy="320811"/>
            </a:xfrm>
            <a:custGeom>
              <a:rect b="b" l="l" r="r" t="t"/>
              <a:pathLst>
                <a:path extrusionOk="0" h="9991" w="20427">
                  <a:moveTo>
                    <a:pt x="0" y="1"/>
                  </a:moveTo>
                  <a:lnTo>
                    <a:pt x="0" y="9991"/>
                  </a:lnTo>
                  <a:lnTo>
                    <a:pt x="20427" y="999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646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8" name="Google Shape;498;p33"/>
            <p:cNvSpPr/>
            <p:nvPr/>
          </p:nvSpPr>
          <p:spPr>
            <a:xfrm>
              <a:off x="7322095" y="3860093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20427" y="0"/>
                  </a:moveTo>
                  <a:lnTo>
                    <a:pt x="1" y="10046"/>
                  </a:lnTo>
                  <a:lnTo>
                    <a:pt x="20427" y="2003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9" name="Google Shape;499;p33"/>
            <p:cNvSpPr/>
            <p:nvPr/>
          </p:nvSpPr>
          <p:spPr>
            <a:xfrm>
              <a:off x="8536142" y="3860093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20427" y="0"/>
                  </a:moveTo>
                  <a:lnTo>
                    <a:pt x="0" y="10046"/>
                  </a:lnTo>
                  <a:lnTo>
                    <a:pt x="20427" y="2003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0" name="Google Shape;500;p33"/>
            <p:cNvSpPr/>
            <p:nvPr/>
          </p:nvSpPr>
          <p:spPr>
            <a:xfrm>
              <a:off x="7929952" y="4182670"/>
              <a:ext cx="606220" cy="643356"/>
            </a:xfrm>
            <a:custGeom>
              <a:rect b="b" l="l" r="r" t="t"/>
              <a:pathLst>
                <a:path extrusionOk="0" h="20036" w="20372">
                  <a:moveTo>
                    <a:pt x="20371" y="0"/>
                  </a:moveTo>
                  <a:lnTo>
                    <a:pt x="0" y="9990"/>
                  </a:lnTo>
                  <a:lnTo>
                    <a:pt x="20371" y="20036"/>
                  </a:lnTo>
                  <a:lnTo>
                    <a:pt x="20371" y="0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1" name="Google Shape;501;p33"/>
            <p:cNvSpPr/>
            <p:nvPr/>
          </p:nvSpPr>
          <p:spPr>
            <a:xfrm>
              <a:off x="7322095" y="4503448"/>
              <a:ext cx="607886" cy="643356"/>
            </a:xfrm>
            <a:custGeom>
              <a:rect b="b" l="l" r="r" t="t"/>
              <a:pathLst>
                <a:path extrusionOk="0" h="20036" w="20428">
                  <a:moveTo>
                    <a:pt x="20427" y="0"/>
                  </a:moveTo>
                  <a:lnTo>
                    <a:pt x="1" y="10046"/>
                  </a:lnTo>
                  <a:lnTo>
                    <a:pt x="20427" y="2003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C800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2" name="Google Shape;502;p33"/>
            <p:cNvSpPr/>
            <p:nvPr/>
          </p:nvSpPr>
          <p:spPr>
            <a:xfrm>
              <a:off x="7929952" y="4825993"/>
              <a:ext cx="606220" cy="320811"/>
            </a:xfrm>
            <a:custGeom>
              <a:rect b="b" l="l" r="r" t="t"/>
              <a:pathLst>
                <a:path extrusionOk="0" h="9991" w="20372">
                  <a:moveTo>
                    <a:pt x="20371" y="1"/>
                  </a:moveTo>
                  <a:lnTo>
                    <a:pt x="0" y="9991"/>
                  </a:lnTo>
                  <a:lnTo>
                    <a:pt x="20371" y="9991"/>
                  </a:lnTo>
                  <a:lnTo>
                    <a:pt x="20371" y="1"/>
                  </a:lnTo>
                  <a:close/>
                </a:path>
              </a:pathLst>
            </a:custGeom>
            <a:solidFill>
              <a:srgbClr val="FFA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" name="Google Shape;503;p33"/>
            <p:cNvSpPr/>
            <p:nvPr/>
          </p:nvSpPr>
          <p:spPr>
            <a:xfrm>
              <a:off x="8536142" y="4503448"/>
              <a:ext cx="607856" cy="643356"/>
            </a:xfrm>
            <a:custGeom>
              <a:rect b="b" l="l" r="r" t="t"/>
              <a:pathLst>
                <a:path extrusionOk="0" h="20036" w="20427">
                  <a:moveTo>
                    <a:pt x="20427" y="0"/>
                  </a:moveTo>
                  <a:lnTo>
                    <a:pt x="0" y="10046"/>
                  </a:lnTo>
                  <a:lnTo>
                    <a:pt x="20427" y="2003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E806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4" name="Google Shape;504;p33"/>
            <p:cNvSpPr/>
            <p:nvPr/>
          </p:nvSpPr>
          <p:spPr>
            <a:xfrm>
              <a:off x="6714243" y="4825993"/>
              <a:ext cx="607856" cy="320811"/>
            </a:xfrm>
            <a:custGeom>
              <a:rect b="b" l="l" r="r" t="t"/>
              <a:pathLst>
                <a:path extrusionOk="0" h="9991" w="20427">
                  <a:moveTo>
                    <a:pt x="20427" y="1"/>
                  </a:moveTo>
                  <a:lnTo>
                    <a:pt x="0" y="9991"/>
                  </a:lnTo>
                  <a:lnTo>
                    <a:pt x="20427" y="9991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64646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05" name="Google Shape;505;p33"/>
          <p:cNvGrpSpPr/>
          <p:nvPr/>
        </p:nvGrpSpPr>
        <p:grpSpPr>
          <a:xfrm>
            <a:off x="892" y="-15"/>
            <a:ext cx="3037586" cy="3003451"/>
            <a:chOff x="892" y="-11"/>
            <a:chExt cx="3037586" cy="2252645"/>
          </a:xfrm>
        </p:grpSpPr>
        <p:sp>
          <p:nvSpPr>
            <p:cNvPr id="506" name="Google Shape;506;p33"/>
            <p:cNvSpPr/>
            <p:nvPr/>
          </p:nvSpPr>
          <p:spPr>
            <a:xfrm>
              <a:off x="892" y="643313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0" y="1"/>
                  </a:moveTo>
                  <a:lnTo>
                    <a:pt x="0" y="20037"/>
                  </a:lnTo>
                  <a:lnTo>
                    <a:pt x="20427" y="1004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A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7" name="Google Shape;507;p33"/>
            <p:cNvSpPr/>
            <p:nvPr/>
          </p:nvSpPr>
          <p:spPr>
            <a:xfrm>
              <a:off x="608719" y="322534"/>
              <a:ext cx="606220" cy="643388"/>
            </a:xfrm>
            <a:custGeom>
              <a:rect b="b" l="l" r="r" t="t"/>
              <a:pathLst>
                <a:path extrusionOk="0" h="20037" w="20372">
                  <a:moveTo>
                    <a:pt x="1" y="1"/>
                  </a:moveTo>
                  <a:lnTo>
                    <a:pt x="1" y="20037"/>
                  </a:lnTo>
                  <a:lnTo>
                    <a:pt x="20372" y="999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A61C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" name="Google Shape;508;p33"/>
            <p:cNvSpPr/>
            <p:nvPr/>
          </p:nvSpPr>
          <p:spPr>
            <a:xfrm>
              <a:off x="608719" y="965890"/>
              <a:ext cx="606220" cy="643388"/>
            </a:xfrm>
            <a:custGeom>
              <a:rect b="b" l="l" r="r" t="t"/>
              <a:pathLst>
                <a:path extrusionOk="0" h="20037" w="20372">
                  <a:moveTo>
                    <a:pt x="1" y="1"/>
                  </a:moveTo>
                  <a:lnTo>
                    <a:pt x="1" y="20037"/>
                  </a:lnTo>
                  <a:lnTo>
                    <a:pt x="20372" y="999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646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" name="Google Shape;509;p33"/>
            <p:cNvSpPr/>
            <p:nvPr/>
          </p:nvSpPr>
          <p:spPr>
            <a:xfrm>
              <a:off x="1822766" y="322534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0" y="1"/>
                  </a:moveTo>
                  <a:lnTo>
                    <a:pt x="0" y="20037"/>
                  </a:lnTo>
                  <a:lnTo>
                    <a:pt x="20427" y="999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A400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" name="Google Shape;510;p33"/>
            <p:cNvSpPr/>
            <p:nvPr/>
          </p:nvSpPr>
          <p:spPr>
            <a:xfrm>
              <a:off x="1214909" y="1286669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1" y="1"/>
                  </a:moveTo>
                  <a:lnTo>
                    <a:pt x="1" y="20037"/>
                  </a:lnTo>
                  <a:lnTo>
                    <a:pt x="20427" y="1004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A400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1" name="Google Shape;511;p33"/>
            <p:cNvSpPr/>
            <p:nvPr/>
          </p:nvSpPr>
          <p:spPr>
            <a:xfrm>
              <a:off x="1822766" y="965890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0" y="1"/>
                  </a:moveTo>
                  <a:lnTo>
                    <a:pt x="0" y="20037"/>
                  </a:lnTo>
                  <a:lnTo>
                    <a:pt x="20427" y="999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" name="Google Shape;512;p33"/>
            <p:cNvSpPr/>
            <p:nvPr/>
          </p:nvSpPr>
          <p:spPr>
            <a:xfrm>
              <a:off x="892" y="-11"/>
              <a:ext cx="607856" cy="643356"/>
            </a:xfrm>
            <a:custGeom>
              <a:rect b="b" l="l" r="r" t="t"/>
              <a:pathLst>
                <a:path extrusionOk="0" h="20036" w="20427">
                  <a:moveTo>
                    <a:pt x="0" y="0"/>
                  </a:moveTo>
                  <a:lnTo>
                    <a:pt x="0" y="20036"/>
                  </a:lnTo>
                  <a:lnTo>
                    <a:pt x="20427" y="100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646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" name="Google Shape;513;p33"/>
            <p:cNvSpPr/>
            <p:nvPr/>
          </p:nvSpPr>
          <p:spPr>
            <a:xfrm>
              <a:off x="608719" y="-11"/>
              <a:ext cx="606220" cy="322577"/>
            </a:xfrm>
            <a:custGeom>
              <a:rect b="b" l="l" r="r" t="t"/>
              <a:pathLst>
                <a:path extrusionOk="0" h="10046" w="20372">
                  <a:moveTo>
                    <a:pt x="1" y="0"/>
                  </a:moveTo>
                  <a:lnTo>
                    <a:pt x="1" y="10046"/>
                  </a:lnTo>
                  <a:lnTo>
                    <a:pt x="20372" y="0"/>
                  </a:lnTo>
                  <a:close/>
                </a:path>
              </a:pathLst>
            </a:custGeom>
            <a:solidFill>
              <a:srgbClr val="FFC800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4" name="Google Shape;514;p33"/>
            <p:cNvSpPr/>
            <p:nvPr/>
          </p:nvSpPr>
          <p:spPr>
            <a:xfrm>
              <a:off x="1214909" y="-11"/>
              <a:ext cx="607886" cy="643356"/>
            </a:xfrm>
            <a:custGeom>
              <a:rect b="b" l="l" r="r" t="t"/>
              <a:pathLst>
                <a:path extrusionOk="0" h="20036" w="20428">
                  <a:moveTo>
                    <a:pt x="1" y="0"/>
                  </a:moveTo>
                  <a:lnTo>
                    <a:pt x="1" y="20036"/>
                  </a:lnTo>
                  <a:lnTo>
                    <a:pt x="20427" y="1004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5" name="Google Shape;515;p33"/>
            <p:cNvSpPr/>
            <p:nvPr/>
          </p:nvSpPr>
          <p:spPr>
            <a:xfrm>
              <a:off x="1822766" y="-11"/>
              <a:ext cx="607856" cy="322577"/>
            </a:xfrm>
            <a:custGeom>
              <a:rect b="b" l="l" r="r" t="t"/>
              <a:pathLst>
                <a:path extrusionOk="0" h="10046" w="20427">
                  <a:moveTo>
                    <a:pt x="0" y="0"/>
                  </a:moveTo>
                  <a:lnTo>
                    <a:pt x="0" y="1004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A400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6" name="Google Shape;516;p33"/>
            <p:cNvSpPr/>
            <p:nvPr/>
          </p:nvSpPr>
          <p:spPr>
            <a:xfrm>
              <a:off x="2430592" y="-11"/>
              <a:ext cx="607886" cy="643356"/>
            </a:xfrm>
            <a:custGeom>
              <a:rect b="b" l="l" r="r" t="t"/>
              <a:pathLst>
                <a:path extrusionOk="0" h="20036" w="20428">
                  <a:moveTo>
                    <a:pt x="1" y="0"/>
                  </a:moveTo>
                  <a:lnTo>
                    <a:pt x="1" y="20036"/>
                  </a:lnTo>
                  <a:lnTo>
                    <a:pt x="20427" y="1004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A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7" name="Google Shape;517;p33"/>
            <p:cNvSpPr/>
            <p:nvPr/>
          </p:nvSpPr>
          <p:spPr>
            <a:xfrm>
              <a:off x="892" y="322534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20427" y="1"/>
                  </a:moveTo>
                  <a:lnTo>
                    <a:pt x="0" y="9991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" name="Google Shape;518;p33"/>
            <p:cNvSpPr/>
            <p:nvPr/>
          </p:nvSpPr>
          <p:spPr>
            <a:xfrm>
              <a:off x="608719" y="643313"/>
              <a:ext cx="606220" cy="643388"/>
            </a:xfrm>
            <a:custGeom>
              <a:rect b="b" l="l" r="r" t="t"/>
              <a:pathLst>
                <a:path extrusionOk="0" h="20037" w="20372">
                  <a:moveTo>
                    <a:pt x="20372" y="1"/>
                  </a:moveTo>
                  <a:lnTo>
                    <a:pt x="1" y="10047"/>
                  </a:lnTo>
                  <a:lnTo>
                    <a:pt x="20372" y="20037"/>
                  </a:lnTo>
                  <a:lnTo>
                    <a:pt x="20372" y="1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" name="Google Shape;519;p33"/>
            <p:cNvSpPr/>
            <p:nvPr/>
          </p:nvSpPr>
          <p:spPr>
            <a:xfrm>
              <a:off x="892" y="965890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20427" y="1"/>
                  </a:moveTo>
                  <a:lnTo>
                    <a:pt x="0" y="9991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E806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" name="Google Shape;520;p33"/>
            <p:cNvSpPr/>
            <p:nvPr/>
          </p:nvSpPr>
          <p:spPr>
            <a:xfrm>
              <a:off x="608719" y="1286669"/>
              <a:ext cx="606220" cy="643388"/>
            </a:xfrm>
            <a:custGeom>
              <a:rect b="b" l="l" r="r" t="t"/>
              <a:pathLst>
                <a:path extrusionOk="0" h="20037" w="20372">
                  <a:moveTo>
                    <a:pt x="20372" y="1"/>
                  </a:moveTo>
                  <a:lnTo>
                    <a:pt x="1" y="10047"/>
                  </a:lnTo>
                  <a:lnTo>
                    <a:pt x="20372" y="20037"/>
                  </a:lnTo>
                  <a:lnTo>
                    <a:pt x="20372" y="1"/>
                  </a:lnTo>
                  <a:close/>
                </a:path>
              </a:pathLst>
            </a:custGeom>
            <a:solidFill>
              <a:srgbClr val="FFA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" name="Google Shape;521;p33"/>
            <p:cNvSpPr/>
            <p:nvPr/>
          </p:nvSpPr>
          <p:spPr>
            <a:xfrm>
              <a:off x="892" y="1609246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20427" y="1"/>
                  </a:moveTo>
                  <a:lnTo>
                    <a:pt x="0" y="9991"/>
                  </a:lnTo>
                  <a:lnTo>
                    <a:pt x="20427" y="20036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64646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" name="Google Shape;522;p33"/>
            <p:cNvSpPr/>
            <p:nvPr/>
          </p:nvSpPr>
          <p:spPr>
            <a:xfrm>
              <a:off x="1214909" y="322534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20427" y="1"/>
                  </a:moveTo>
                  <a:lnTo>
                    <a:pt x="1" y="9991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64646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" name="Google Shape;523;p33"/>
            <p:cNvSpPr/>
            <p:nvPr/>
          </p:nvSpPr>
          <p:spPr>
            <a:xfrm>
              <a:off x="1214909" y="965890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20427" y="1"/>
                  </a:moveTo>
                  <a:lnTo>
                    <a:pt x="1" y="9991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FC800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4" name="Google Shape;524;p33"/>
            <p:cNvSpPr/>
            <p:nvPr/>
          </p:nvSpPr>
          <p:spPr>
            <a:xfrm>
              <a:off x="1214909" y="1609246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20427" y="1"/>
                  </a:moveTo>
                  <a:lnTo>
                    <a:pt x="1" y="9991"/>
                  </a:lnTo>
                  <a:lnTo>
                    <a:pt x="20427" y="20036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5" name="Google Shape;525;p33"/>
            <p:cNvSpPr/>
            <p:nvPr/>
          </p:nvSpPr>
          <p:spPr>
            <a:xfrm>
              <a:off x="2430592" y="322534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20427" y="1"/>
                  </a:moveTo>
                  <a:lnTo>
                    <a:pt x="1" y="9991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" name="Google Shape;526;p33"/>
            <p:cNvSpPr/>
            <p:nvPr/>
          </p:nvSpPr>
          <p:spPr>
            <a:xfrm>
              <a:off x="892" y="-11"/>
              <a:ext cx="607856" cy="322577"/>
            </a:xfrm>
            <a:custGeom>
              <a:rect b="b" l="l" r="r" t="t"/>
              <a:pathLst>
                <a:path extrusionOk="0" h="10046" w="20427">
                  <a:moveTo>
                    <a:pt x="0" y="0"/>
                  </a:moveTo>
                  <a:lnTo>
                    <a:pt x="20427" y="1004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" name="Google Shape;527;p33"/>
            <p:cNvSpPr/>
            <p:nvPr/>
          </p:nvSpPr>
          <p:spPr>
            <a:xfrm>
              <a:off x="608719" y="-11"/>
              <a:ext cx="606220" cy="643356"/>
            </a:xfrm>
            <a:custGeom>
              <a:rect b="b" l="l" r="r" t="t"/>
              <a:pathLst>
                <a:path extrusionOk="0" h="20036" w="20372">
                  <a:moveTo>
                    <a:pt x="20372" y="0"/>
                  </a:moveTo>
                  <a:lnTo>
                    <a:pt x="1" y="10046"/>
                  </a:lnTo>
                  <a:lnTo>
                    <a:pt x="20372" y="20036"/>
                  </a:lnTo>
                  <a:lnTo>
                    <a:pt x="20372" y="0"/>
                  </a:lnTo>
                  <a:close/>
                </a:path>
              </a:pathLst>
            </a:custGeom>
            <a:solidFill>
              <a:srgbClr val="E806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" name="Google Shape;528;p33"/>
            <p:cNvSpPr/>
            <p:nvPr/>
          </p:nvSpPr>
          <p:spPr>
            <a:xfrm>
              <a:off x="1214909" y="-11"/>
              <a:ext cx="607886" cy="322577"/>
            </a:xfrm>
            <a:custGeom>
              <a:rect b="b" l="l" r="r" t="t"/>
              <a:pathLst>
                <a:path extrusionOk="0" h="10046" w="20428">
                  <a:moveTo>
                    <a:pt x="1" y="0"/>
                  </a:moveTo>
                  <a:lnTo>
                    <a:pt x="20427" y="1004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E806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9" name="Google Shape;529;p33"/>
          <p:cNvSpPr txBox="1"/>
          <p:nvPr>
            <p:ph type="title"/>
          </p:nvPr>
        </p:nvSpPr>
        <p:spPr>
          <a:xfrm>
            <a:off x="1320025" y="1155367"/>
            <a:ext cx="6455700" cy="8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530" name="Google Shape;530;p33"/>
          <p:cNvSpPr txBox="1"/>
          <p:nvPr>
            <p:ph idx="1" type="body"/>
          </p:nvPr>
        </p:nvSpPr>
        <p:spPr>
          <a:xfrm>
            <a:off x="1320025" y="2465433"/>
            <a:ext cx="2080800" cy="35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◂"/>
              <a:defRPr sz="1600"/>
            </a:lvl1pPr>
            <a:lvl2pPr indent="-3302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◂"/>
              <a:defRPr sz="1600"/>
            </a:lvl2pPr>
            <a:lvl3pPr indent="-3302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◂"/>
              <a:defRPr sz="1600"/>
            </a:lvl3pPr>
            <a:lvl4pPr indent="-3302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◂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531" name="Google Shape;531;p33"/>
          <p:cNvSpPr txBox="1"/>
          <p:nvPr>
            <p:ph idx="2" type="body"/>
          </p:nvPr>
        </p:nvSpPr>
        <p:spPr>
          <a:xfrm>
            <a:off x="3507463" y="2465433"/>
            <a:ext cx="2080800" cy="35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◂"/>
              <a:defRPr sz="1600"/>
            </a:lvl1pPr>
            <a:lvl2pPr indent="-3302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◂"/>
              <a:defRPr sz="1600"/>
            </a:lvl2pPr>
            <a:lvl3pPr indent="-3302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◂"/>
              <a:defRPr sz="1600"/>
            </a:lvl3pPr>
            <a:lvl4pPr indent="-3302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◂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532" name="Google Shape;532;p33"/>
          <p:cNvSpPr txBox="1"/>
          <p:nvPr>
            <p:ph idx="3" type="body"/>
          </p:nvPr>
        </p:nvSpPr>
        <p:spPr>
          <a:xfrm>
            <a:off x="5694901" y="2465433"/>
            <a:ext cx="2080800" cy="35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◂"/>
              <a:defRPr sz="1600"/>
            </a:lvl1pPr>
            <a:lvl2pPr indent="-3302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◂"/>
              <a:defRPr sz="1600"/>
            </a:lvl2pPr>
            <a:lvl3pPr indent="-3302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◂"/>
              <a:defRPr sz="1600"/>
            </a:lvl3pPr>
            <a:lvl4pPr indent="-3302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◂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533" name="Google Shape;533;p33"/>
          <p:cNvSpPr txBox="1"/>
          <p:nvPr>
            <p:ph idx="12" type="sldNum"/>
          </p:nvPr>
        </p:nvSpPr>
        <p:spPr>
          <a:xfrm>
            <a:off x="8556784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5" name="Google Shape;535;p34"/>
          <p:cNvGrpSpPr/>
          <p:nvPr/>
        </p:nvGrpSpPr>
        <p:grpSpPr>
          <a:xfrm>
            <a:off x="4283712" y="5142251"/>
            <a:ext cx="4860277" cy="1715597"/>
            <a:chOff x="4283712" y="3856784"/>
            <a:chExt cx="4860277" cy="1286730"/>
          </a:xfrm>
        </p:grpSpPr>
        <p:sp>
          <p:nvSpPr>
            <p:cNvPr id="536" name="Google Shape;536;p34"/>
            <p:cNvSpPr/>
            <p:nvPr/>
          </p:nvSpPr>
          <p:spPr>
            <a:xfrm rot="10800000">
              <a:off x="8536133" y="3856784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0" y="1"/>
                  </a:moveTo>
                  <a:lnTo>
                    <a:pt x="0" y="20037"/>
                  </a:lnTo>
                  <a:lnTo>
                    <a:pt x="20427" y="1004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A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7" name="Google Shape;537;p34"/>
            <p:cNvSpPr/>
            <p:nvPr/>
          </p:nvSpPr>
          <p:spPr>
            <a:xfrm rot="10800000">
              <a:off x="7929943" y="4177563"/>
              <a:ext cx="606220" cy="643388"/>
            </a:xfrm>
            <a:custGeom>
              <a:rect b="b" l="l" r="r" t="t"/>
              <a:pathLst>
                <a:path extrusionOk="0" h="20037" w="20372">
                  <a:moveTo>
                    <a:pt x="1" y="1"/>
                  </a:moveTo>
                  <a:lnTo>
                    <a:pt x="1" y="20037"/>
                  </a:lnTo>
                  <a:lnTo>
                    <a:pt x="20372" y="999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8" name="Google Shape;538;p34"/>
            <p:cNvSpPr/>
            <p:nvPr/>
          </p:nvSpPr>
          <p:spPr>
            <a:xfrm rot="10800000">
              <a:off x="4892393" y="4499245"/>
              <a:ext cx="606220" cy="643388"/>
            </a:xfrm>
            <a:custGeom>
              <a:rect b="b" l="l" r="r" t="t"/>
              <a:pathLst>
                <a:path extrusionOk="0" h="20037" w="20372">
                  <a:moveTo>
                    <a:pt x="1" y="1"/>
                  </a:moveTo>
                  <a:lnTo>
                    <a:pt x="1" y="20037"/>
                  </a:lnTo>
                  <a:lnTo>
                    <a:pt x="20372" y="999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A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9" name="Google Shape;539;p34"/>
            <p:cNvSpPr/>
            <p:nvPr/>
          </p:nvSpPr>
          <p:spPr>
            <a:xfrm rot="10800000">
              <a:off x="8536133" y="4500140"/>
              <a:ext cx="607856" cy="643356"/>
            </a:xfrm>
            <a:custGeom>
              <a:rect b="b" l="l" r="r" t="t"/>
              <a:pathLst>
                <a:path extrusionOk="0" h="20036" w="20427">
                  <a:moveTo>
                    <a:pt x="0" y="0"/>
                  </a:moveTo>
                  <a:lnTo>
                    <a:pt x="0" y="20036"/>
                  </a:lnTo>
                  <a:lnTo>
                    <a:pt x="20427" y="100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06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0" name="Google Shape;540;p34"/>
            <p:cNvSpPr/>
            <p:nvPr/>
          </p:nvSpPr>
          <p:spPr>
            <a:xfrm rot="10800000">
              <a:off x="7929943" y="4820919"/>
              <a:ext cx="606220" cy="322577"/>
            </a:xfrm>
            <a:custGeom>
              <a:rect b="b" l="l" r="r" t="t"/>
              <a:pathLst>
                <a:path extrusionOk="0" h="10046" w="20372">
                  <a:moveTo>
                    <a:pt x="1" y="0"/>
                  </a:moveTo>
                  <a:lnTo>
                    <a:pt x="1" y="10046"/>
                  </a:lnTo>
                  <a:lnTo>
                    <a:pt x="20372" y="0"/>
                  </a:lnTo>
                  <a:close/>
                </a:path>
              </a:pathLst>
            </a:custGeom>
            <a:solidFill>
              <a:srgbClr val="FFC800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1" name="Google Shape;541;p34"/>
            <p:cNvSpPr/>
            <p:nvPr/>
          </p:nvSpPr>
          <p:spPr>
            <a:xfrm rot="10800000">
              <a:off x="7322087" y="4500140"/>
              <a:ext cx="607886" cy="643356"/>
            </a:xfrm>
            <a:custGeom>
              <a:rect b="b" l="l" r="r" t="t"/>
              <a:pathLst>
                <a:path extrusionOk="0" h="20036" w="20428">
                  <a:moveTo>
                    <a:pt x="1" y="0"/>
                  </a:moveTo>
                  <a:lnTo>
                    <a:pt x="1" y="20036"/>
                  </a:lnTo>
                  <a:lnTo>
                    <a:pt x="20427" y="1004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2" name="Google Shape;542;p34"/>
            <p:cNvSpPr/>
            <p:nvPr/>
          </p:nvSpPr>
          <p:spPr>
            <a:xfrm rot="10800000">
              <a:off x="6714260" y="4820919"/>
              <a:ext cx="607856" cy="322577"/>
            </a:xfrm>
            <a:custGeom>
              <a:rect b="b" l="l" r="r" t="t"/>
              <a:pathLst>
                <a:path extrusionOk="0" h="10046" w="20427">
                  <a:moveTo>
                    <a:pt x="0" y="0"/>
                  </a:moveTo>
                  <a:lnTo>
                    <a:pt x="0" y="1004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A400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3" name="Google Shape;543;p34"/>
            <p:cNvSpPr/>
            <p:nvPr/>
          </p:nvSpPr>
          <p:spPr>
            <a:xfrm rot="10800000">
              <a:off x="6106404" y="4500140"/>
              <a:ext cx="607886" cy="643356"/>
            </a:xfrm>
            <a:custGeom>
              <a:rect b="b" l="l" r="r" t="t"/>
              <a:pathLst>
                <a:path extrusionOk="0" h="20036" w="20428">
                  <a:moveTo>
                    <a:pt x="1" y="0"/>
                  </a:moveTo>
                  <a:lnTo>
                    <a:pt x="1" y="20036"/>
                  </a:lnTo>
                  <a:lnTo>
                    <a:pt x="20427" y="1004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646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4" name="Google Shape;544;p34"/>
            <p:cNvSpPr/>
            <p:nvPr/>
          </p:nvSpPr>
          <p:spPr>
            <a:xfrm rot="10800000">
              <a:off x="8536133" y="4177563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20427" y="1"/>
                  </a:moveTo>
                  <a:lnTo>
                    <a:pt x="0" y="9991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646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5" name="Google Shape;545;p34"/>
            <p:cNvSpPr/>
            <p:nvPr/>
          </p:nvSpPr>
          <p:spPr>
            <a:xfrm rot="10800000">
              <a:off x="7929943" y="3856784"/>
              <a:ext cx="606220" cy="643388"/>
            </a:xfrm>
            <a:custGeom>
              <a:rect b="b" l="l" r="r" t="t"/>
              <a:pathLst>
                <a:path extrusionOk="0" h="20037" w="20372">
                  <a:moveTo>
                    <a:pt x="20372" y="1"/>
                  </a:moveTo>
                  <a:lnTo>
                    <a:pt x="1" y="10047"/>
                  </a:lnTo>
                  <a:lnTo>
                    <a:pt x="20372" y="20037"/>
                  </a:lnTo>
                  <a:lnTo>
                    <a:pt x="20372" y="1"/>
                  </a:lnTo>
                  <a:close/>
                </a:path>
              </a:pathLst>
            </a:custGeom>
            <a:solidFill>
              <a:srgbClr val="FFC800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6" name="Google Shape;546;p34"/>
            <p:cNvSpPr/>
            <p:nvPr/>
          </p:nvSpPr>
          <p:spPr>
            <a:xfrm rot="10800000">
              <a:off x="5498583" y="4499245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20427" y="1"/>
                  </a:moveTo>
                  <a:lnTo>
                    <a:pt x="0" y="9991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7" name="Google Shape;547;p34"/>
            <p:cNvSpPr/>
            <p:nvPr/>
          </p:nvSpPr>
          <p:spPr>
            <a:xfrm rot="10800000">
              <a:off x="4892393" y="4178466"/>
              <a:ext cx="606220" cy="643388"/>
            </a:xfrm>
            <a:custGeom>
              <a:rect b="b" l="l" r="r" t="t"/>
              <a:pathLst>
                <a:path extrusionOk="0" h="20037" w="20372">
                  <a:moveTo>
                    <a:pt x="20372" y="1"/>
                  </a:moveTo>
                  <a:lnTo>
                    <a:pt x="1" y="10047"/>
                  </a:lnTo>
                  <a:lnTo>
                    <a:pt x="20372" y="20037"/>
                  </a:lnTo>
                  <a:lnTo>
                    <a:pt x="20372" y="1"/>
                  </a:lnTo>
                  <a:close/>
                </a:path>
              </a:pathLst>
            </a:custGeom>
            <a:solidFill>
              <a:srgbClr val="FFC800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8" name="Google Shape;548;p34"/>
            <p:cNvSpPr/>
            <p:nvPr/>
          </p:nvSpPr>
          <p:spPr>
            <a:xfrm rot="10800000">
              <a:off x="7321266" y="4183926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20427" y="1"/>
                  </a:moveTo>
                  <a:lnTo>
                    <a:pt x="1" y="9991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9" name="Google Shape;549;p34"/>
            <p:cNvSpPr/>
            <p:nvPr/>
          </p:nvSpPr>
          <p:spPr>
            <a:xfrm rot="10800000">
              <a:off x="8536133" y="4820919"/>
              <a:ext cx="607856" cy="322577"/>
            </a:xfrm>
            <a:custGeom>
              <a:rect b="b" l="l" r="r" t="t"/>
              <a:pathLst>
                <a:path extrusionOk="0" h="10046" w="20427">
                  <a:moveTo>
                    <a:pt x="0" y="0"/>
                  </a:moveTo>
                  <a:lnTo>
                    <a:pt x="20427" y="1004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A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0" name="Google Shape;550;p34"/>
            <p:cNvSpPr/>
            <p:nvPr/>
          </p:nvSpPr>
          <p:spPr>
            <a:xfrm rot="10800000">
              <a:off x="7929943" y="4500140"/>
              <a:ext cx="606220" cy="643356"/>
            </a:xfrm>
            <a:custGeom>
              <a:rect b="b" l="l" r="r" t="t"/>
              <a:pathLst>
                <a:path extrusionOk="0" h="20036" w="20372">
                  <a:moveTo>
                    <a:pt x="20372" y="0"/>
                  </a:moveTo>
                  <a:lnTo>
                    <a:pt x="1" y="10046"/>
                  </a:lnTo>
                  <a:lnTo>
                    <a:pt x="20372" y="20036"/>
                  </a:lnTo>
                  <a:lnTo>
                    <a:pt x="20372" y="0"/>
                  </a:lnTo>
                  <a:close/>
                </a:path>
              </a:pathLst>
            </a:custGeom>
            <a:solidFill>
              <a:srgbClr val="FFA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1" name="Google Shape;551;p34"/>
            <p:cNvSpPr/>
            <p:nvPr/>
          </p:nvSpPr>
          <p:spPr>
            <a:xfrm rot="10800000">
              <a:off x="7322087" y="4820919"/>
              <a:ext cx="607886" cy="322577"/>
            </a:xfrm>
            <a:custGeom>
              <a:rect b="b" l="l" r="r" t="t"/>
              <a:pathLst>
                <a:path extrusionOk="0" h="10046" w="20428">
                  <a:moveTo>
                    <a:pt x="1" y="0"/>
                  </a:moveTo>
                  <a:lnTo>
                    <a:pt x="20427" y="1004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E806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2" name="Google Shape;552;p34"/>
            <p:cNvSpPr/>
            <p:nvPr/>
          </p:nvSpPr>
          <p:spPr>
            <a:xfrm rot="10800000">
              <a:off x="4284531" y="4820919"/>
              <a:ext cx="607856" cy="322577"/>
            </a:xfrm>
            <a:custGeom>
              <a:rect b="b" l="l" r="r" t="t"/>
              <a:pathLst>
                <a:path extrusionOk="0" h="10046" w="20427">
                  <a:moveTo>
                    <a:pt x="0" y="0"/>
                  </a:moveTo>
                  <a:lnTo>
                    <a:pt x="0" y="1004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3" name="Google Shape;553;p34"/>
            <p:cNvSpPr/>
            <p:nvPr/>
          </p:nvSpPr>
          <p:spPr>
            <a:xfrm rot="10800000">
              <a:off x="4892387" y="4820919"/>
              <a:ext cx="607856" cy="322577"/>
            </a:xfrm>
            <a:custGeom>
              <a:rect b="b" l="l" r="r" t="t"/>
              <a:pathLst>
                <a:path extrusionOk="0" h="10046" w="20427">
                  <a:moveTo>
                    <a:pt x="0" y="0"/>
                  </a:moveTo>
                  <a:lnTo>
                    <a:pt x="20427" y="1004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64646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4" name="Google Shape;554;p34"/>
            <p:cNvSpPr/>
            <p:nvPr/>
          </p:nvSpPr>
          <p:spPr>
            <a:xfrm rot="10800000">
              <a:off x="5500214" y="4820919"/>
              <a:ext cx="606220" cy="322577"/>
            </a:xfrm>
            <a:custGeom>
              <a:rect b="b" l="l" r="r" t="t"/>
              <a:pathLst>
                <a:path extrusionOk="0" h="10046" w="20372">
                  <a:moveTo>
                    <a:pt x="0" y="0"/>
                  </a:moveTo>
                  <a:lnTo>
                    <a:pt x="0" y="10046"/>
                  </a:lnTo>
                  <a:lnTo>
                    <a:pt x="20371" y="0"/>
                  </a:lnTo>
                  <a:close/>
                </a:path>
              </a:pathLst>
            </a:custGeom>
            <a:solidFill>
              <a:srgbClr val="FFC800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5" name="Google Shape;555;p34"/>
            <p:cNvSpPr/>
            <p:nvPr/>
          </p:nvSpPr>
          <p:spPr>
            <a:xfrm rot="10800000">
              <a:off x="6106404" y="4820919"/>
              <a:ext cx="607886" cy="322577"/>
            </a:xfrm>
            <a:custGeom>
              <a:rect b="b" l="l" r="r" t="t"/>
              <a:pathLst>
                <a:path extrusionOk="0" h="10046" w="20428">
                  <a:moveTo>
                    <a:pt x="1" y="0"/>
                  </a:moveTo>
                  <a:lnTo>
                    <a:pt x="20427" y="1004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A61C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6" name="Google Shape;556;p34"/>
            <p:cNvSpPr/>
            <p:nvPr/>
          </p:nvSpPr>
          <p:spPr>
            <a:xfrm flipH="1" rot="10800000">
              <a:off x="6713429" y="4183926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20427" y="1"/>
                  </a:moveTo>
                  <a:lnTo>
                    <a:pt x="1" y="9991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7" name="Google Shape;557;p34"/>
            <p:cNvSpPr/>
            <p:nvPr/>
          </p:nvSpPr>
          <p:spPr>
            <a:xfrm rot="10800000">
              <a:off x="4283712" y="4500126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20427" y="1"/>
                  </a:moveTo>
                  <a:lnTo>
                    <a:pt x="1" y="9991"/>
                  </a:lnTo>
                  <a:lnTo>
                    <a:pt x="20427" y="20036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58" name="Google Shape;558;p34"/>
          <p:cNvSpPr txBox="1"/>
          <p:nvPr>
            <p:ph idx="1" type="body"/>
          </p:nvPr>
        </p:nvSpPr>
        <p:spPr>
          <a:xfrm>
            <a:off x="457200" y="5468667"/>
            <a:ext cx="35397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00"/>
              <a:buNone/>
              <a:defRPr sz="1600"/>
            </a:lvl1pPr>
          </a:lstStyle>
          <a:p/>
        </p:txBody>
      </p:sp>
      <p:sp>
        <p:nvSpPr>
          <p:cNvPr id="559" name="Google Shape;559;p34"/>
          <p:cNvSpPr txBox="1"/>
          <p:nvPr>
            <p:ph idx="12" type="sldNum"/>
          </p:nvPr>
        </p:nvSpPr>
        <p:spPr>
          <a:xfrm>
            <a:off x="8556784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grpSp>
        <p:nvGrpSpPr>
          <p:cNvPr id="560" name="Google Shape;560;p34"/>
          <p:cNvGrpSpPr/>
          <p:nvPr/>
        </p:nvGrpSpPr>
        <p:grpSpPr>
          <a:xfrm>
            <a:off x="892" y="-15"/>
            <a:ext cx="5467280" cy="1716767"/>
            <a:chOff x="892" y="-11"/>
            <a:chExt cx="5467280" cy="1287607"/>
          </a:xfrm>
        </p:grpSpPr>
        <p:sp>
          <p:nvSpPr>
            <p:cNvPr id="561" name="Google Shape;561;p34"/>
            <p:cNvSpPr/>
            <p:nvPr/>
          </p:nvSpPr>
          <p:spPr>
            <a:xfrm>
              <a:off x="892" y="643313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0" y="1"/>
                  </a:moveTo>
                  <a:lnTo>
                    <a:pt x="0" y="20037"/>
                  </a:lnTo>
                  <a:lnTo>
                    <a:pt x="20427" y="1004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A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2" name="Google Shape;562;p34"/>
            <p:cNvSpPr/>
            <p:nvPr/>
          </p:nvSpPr>
          <p:spPr>
            <a:xfrm>
              <a:off x="608719" y="322534"/>
              <a:ext cx="606220" cy="643388"/>
            </a:xfrm>
            <a:custGeom>
              <a:rect b="b" l="l" r="r" t="t"/>
              <a:pathLst>
                <a:path extrusionOk="0" h="20037" w="20372">
                  <a:moveTo>
                    <a:pt x="1" y="1"/>
                  </a:moveTo>
                  <a:lnTo>
                    <a:pt x="1" y="20037"/>
                  </a:lnTo>
                  <a:lnTo>
                    <a:pt x="20372" y="999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A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3" name="Google Shape;563;p34"/>
            <p:cNvSpPr/>
            <p:nvPr/>
          </p:nvSpPr>
          <p:spPr>
            <a:xfrm>
              <a:off x="3646269" y="852"/>
              <a:ext cx="606220" cy="643388"/>
            </a:xfrm>
            <a:custGeom>
              <a:rect b="b" l="l" r="r" t="t"/>
              <a:pathLst>
                <a:path extrusionOk="0" h="20037" w="20372">
                  <a:moveTo>
                    <a:pt x="1" y="1"/>
                  </a:moveTo>
                  <a:lnTo>
                    <a:pt x="1" y="20037"/>
                  </a:lnTo>
                  <a:lnTo>
                    <a:pt x="20372" y="999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646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4" name="Google Shape;564;p34"/>
            <p:cNvSpPr/>
            <p:nvPr/>
          </p:nvSpPr>
          <p:spPr>
            <a:xfrm>
              <a:off x="1822766" y="322534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0" y="1"/>
                  </a:moveTo>
                  <a:lnTo>
                    <a:pt x="0" y="20037"/>
                  </a:lnTo>
                  <a:lnTo>
                    <a:pt x="20427" y="999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5" name="Google Shape;565;p34"/>
            <p:cNvSpPr/>
            <p:nvPr/>
          </p:nvSpPr>
          <p:spPr>
            <a:xfrm>
              <a:off x="4252459" y="321631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1" y="1"/>
                  </a:moveTo>
                  <a:lnTo>
                    <a:pt x="1" y="20037"/>
                  </a:lnTo>
                  <a:lnTo>
                    <a:pt x="20427" y="1004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64646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6" name="Google Shape;566;p34"/>
            <p:cNvSpPr/>
            <p:nvPr/>
          </p:nvSpPr>
          <p:spPr>
            <a:xfrm>
              <a:off x="4860316" y="852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0" y="1"/>
                  </a:moveTo>
                  <a:lnTo>
                    <a:pt x="0" y="20037"/>
                  </a:lnTo>
                  <a:lnTo>
                    <a:pt x="20427" y="999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7" name="Google Shape;567;p34"/>
            <p:cNvSpPr/>
            <p:nvPr/>
          </p:nvSpPr>
          <p:spPr>
            <a:xfrm>
              <a:off x="892" y="-11"/>
              <a:ext cx="607856" cy="643356"/>
            </a:xfrm>
            <a:custGeom>
              <a:rect b="b" l="l" r="r" t="t"/>
              <a:pathLst>
                <a:path extrusionOk="0" h="20036" w="20427">
                  <a:moveTo>
                    <a:pt x="0" y="0"/>
                  </a:moveTo>
                  <a:lnTo>
                    <a:pt x="0" y="20036"/>
                  </a:lnTo>
                  <a:lnTo>
                    <a:pt x="20427" y="100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61C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" name="Google Shape;568;p34"/>
            <p:cNvSpPr/>
            <p:nvPr/>
          </p:nvSpPr>
          <p:spPr>
            <a:xfrm>
              <a:off x="608719" y="-11"/>
              <a:ext cx="606220" cy="322577"/>
            </a:xfrm>
            <a:custGeom>
              <a:rect b="b" l="l" r="r" t="t"/>
              <a:pathLst>
                <a:path extrusionOk="0" h="10046" w="20372">
                  <a:moveTo>
                    <a:pt x="1" y="0"/>
                  </a:moveTo>
                  <a:lnTo>
                    <a:pt x="1" y="10046"/>
                  </a:lnTo>
                  <a:lnTo>
                    <a:pt x="20372" y="0"/>
                  </a:lnTo>
                  <a:close/>
                </a:path>
              </a:pathLst>
            </a:custGeom>
            <a:solidFill>
              <a:srgbClr val="FFC800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9" name="Google Shape;569;p34"/>
            <p:cNvSpPr/>
            <p:nvPr/>
          </p:nvSpPr>
          <p:spPr>
            <a:xfrm>
              <a:off x="1214909" y="-11"/>
              <a:ext cx="607886" cy="643356"/>
            </a:xfrm>
            <a:custGeom>
              <a:rect b="b" l="l" r="r" t="t"/>
              <a:pathLst>
                <a:path extrusionOk="0" h="20036" w="20428">
                  <a:moveTo>
                    <a:pt x="1" y="0"/>
                  </a:moveTo>
                  <a:lnTo>
                    <a:pt x="1" y="20036"/>
                  </a:lnTo>
                  <a:lnTo>
                    <a:pt x="20427" y="1004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646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0" name="Google Shape;570;p34"/>
            <p:cNvSpPr/>
            <p:nvPr/>
          </p:nvSpPr>
          <p:spPr>
            <a:xfrm>
              <a:off x="1822766" y="-11"/>
              <a:ext cx="607856" cy="322577"/>
            </a:xfrm>
            <a:custGeom>
              <a:rect b="b" l="l" r="r" t="t"/>
              <a:pathLst>
                <a:path extrusionOk="0" h="10046" w="20427">
                  <a:moveTo>
                    <a:pt x="0" y="0"/>
                  </a:moveTo>
                  <a:lnTo>
                    <a:pt x="0" y="1004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A400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1" name="Google Shape;571;p34"/>
            <p:cNvSpPr/>
            <p:nvPr/>
          </p:nvSpPr>
          <p:spPr>
            <a:xfrm>
              <a:off x="2430592" y="-11"/>
              <a:ext cx="607886" cy="643356"/>
            </a:xfrm>
            <a:custGeom>
              <a:rect b="b" l="l" r="r" t="t"/>
              <a:pathLst>
                <a:path extrusionOk="0" h="20036" w="20428">
                  <a:moveTo>
                    <a:pt x="1" y="0"/>
                  </a:moveTo>
                  <a:lnTo>
                    <a:pt x="1" y="20036"/>
                  </a:lnTo>
                  <a:lnTo>
                    <a:pt x="20427" y="1004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646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2" name="Google Shape;572;p34"/>
            <p:cNvSpPr/>
            <p:nvPr/>
          </p:nvSpPr>
          <p:spPr>
            <a:xfrm>
              <a:off x="892" y="322534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20427" y="1"/>
                  </a:moveTo>
                  <a:lnTo>
                    <a:pt x="0" y="9991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E806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3" name="Google Shape;573;p34"/>
            <p:cNvSpPr/>
            <p:nvPr/>
          </p:nvSpPr>
          <p:spPr>
            <a:xfrm>
              <a:off x="608719" y="643313"/>
              <a:ext cx="606220" cy="643388"/>
            </a:xfrm>
            <a:custGeom>
              <a:rect b="b" l="l" r="r" t="t"/>
              <a:pathLst>
                <a:path extrusionOk="0" h="20037" w="20372">
                  <a:moveTo>
                    <a:pt x="20372" y="1"/>
                  </a:moveTo>
                  <a:lnTo>
                    <a:pt x="1" y="10047"/>
                  </a:lnTo>
                  <a:lnTo>
                    <a:pt x="20372" y="20037"/>
                  </a:lnTo>
                  <a:lnTo>
                    <a:pt x="20372" y="1"/>
                  </a:lnTo>
                  <a:close/>
                </a:path>
              </a:pathLst>
            </a:custGeom>
            <a:solidFill>
              <a:srgbClr val="FFC800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4" name="Google Shape;574;p34"/>
            <p:cNvSpPr/>
            <p:nvPr/>
          </p:nvSpPr>
          <p:spPr>
            <a:xfrm>
              <a:off x="3038442" y="852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20427" y="1"/>
                  </a:moveTo>
                  <a:lnTo>
                    <a:pt x="0" y="9991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5" name="Google Shape;575;p34"/>
            <p:cNvSpPr/>
            <p:nvPr/>
          </p:nvSpPr>
          <p:spPr>
            <a:xfrm>
              <a:off x="3646269" y="321631"/>
              <a:ext cx="606220" cy="643388"/>
            </a:xfrm>
            <a:custGeom>
              <a:rect b="b" l="l" r="r" t="t"/>
              <a:pathLst>
                <a:path extrusionOk="0" h="20037" w="20372">
                  <a:moveTo>
                    <a:pt x="20372" y="1"/>
                  </a:moveTo>
                  <a:lnTo>
                    <a:pt x="1" y="10047"/>
                  </a:lnTo>
                  <a:lnTo>
                    <a:pt x="20372" y="20037"/>
                  </a:lnTo>
                  <a:lnTo>
                    <a:pt x="20372" y="1"/>
                  </a:lnTo>
                  <a:close/>
                </a:path>
              </a:pathLst>
            </a:custGeom>
            <a:solidFill>
              <a:srgbClr val="FFA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6" name="Google Shape;576;p34"/>
            <p:cNvSpPr/>
            <p:nvPr/>
          </p:nvSpPr>
          <p:spPr>
            <a:xfrm>
              <a:off x="1214909" y="322534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20427" y="1"/>
                  </a:moveTo>
                  <a:lnTo>
                    <a:pt x="1" y="9991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FC800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7" name="Google Shape;577;p34"/>
            <p:cNvSpPr/>
            <p:nvPr/>
          </p:nvSpPr>
          <p:spPr>
            <a:xfrm>
              <a:off x="4252459" y="852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20427" y="1"/>
                  </a:moveTo>
                  <a:lnTo>
                    <a:pt x="1" y="9991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FA400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8" name="Google Shape;578;p34"/>
            <p:cNvSpPr/>
            <p:nvPr/>
          </p:nvSpPr>
          <p:spPr>
            <a:xfrm>
              <a:off x="4252459" y="644208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20427" y="1"/>
                  </a:moveTo>
                  <a:lnTo>
                    <a:pt x="1" y="9991"/>
                  </a:lnTo>
                  <a:lnTo>
                    <a:pt x="20427" y="20036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9" name="Google Shape;579;p34"/>
            <p:cNvSpPr/>
            <p:nvPr/>
          </p:nvSpPr>
          <p:spPr>
            <a:xfrm>
              <a:off x="1822755" y="643321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20427" y="1"/>
                  </a:moveTo>
                  <a:lnTo>
                    <a:pt x="1" y="9991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0" name="Google Shape;580;p34"/>
            <p:cNvSpPr/>
            <p:nvPr/>
          </p:nvSpPr>
          <p:spPr>
            <a:xfrm>
              <a:off x="892" y="-11"/>
              <a:ext cx="607856" cy="322577"/>
            </a:xfrm>
            <a:custGeom>
              <a:rect b="b" l="l" r="r" t="t"/>
              <a:pathLst>
                <a:path extrusionOk="0" h="10046" w="20427">
                  <a:moveTo>
                    <a:pt x="0" y="0"/>
                  </a:moveTo>
                  <a:lnTo>
                    <a:pt x="20427" y="1004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A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1" name="Google Shape;581;p34"/>
            <p:cNvSpPr/>
            <p:nvPr/>
          </p:nvSpPr>
          <p:spPr>
            <a:xfrm>
              <a:off x="608719" y="-11"/>
              <a:ext cx="606220" cy="643356"/>
            </a:xfrm>
            <a:custGeom>
              <a:rect b="b" l="l" r="r" t="t"/>
              <a:pathLst>
                <a:path extrusionOk="0" h="20036" w="20372">
                  <a:moveTo>
                    <a:pt x="20372" y="0"/>
                  </a:moveTo>
                  <a:lnTo>
                    <a:pt x="1" y="10046"/>
                  </a:lnTo>
                  <a:lnTo>
                    <a:pt x="20372" y="20036"/>
                  </a:lnTo>
                  <a:lnTo>
                    <a:pt x="20372" y="0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2" name="Google Shape;582;p34"/>
            <p:cNvSpPr/>
            <p:nvPr/>
          </p:nvSpPr>
          <p:spPr>
            <a:xfrm>
              <a:off x="1214909" y="-11"/>
              <a:ext cx="607886" cy="322577"/>
            </a:xfrm>
            <a:custGeom>
              <a:rect b="b" l="l" r="r" t="t"/>
              <a:pathLst>
                <a:path extrusionOk="0" h="10046" w="20428">
                  <a:moveTo>
                    <a:pt x="1" y="0"/>
                  </a:moveTo>
                  <a:lnTo>
                    <a:pt x="20427" y="1004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E806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3" name="Google Shape;583;p34"/>
            <p:cNvSpPr/>
            <p:nvPr/>
          </p:nvSpPr>
          <p:spPr>
            <a:xfrm>
              <a:off x="4252495" y="-11"/>
              <a:ext cx="607856" cy="322577"/>
            </a:xfrm>
            <a:custGeom>
              <a:rect b="b" l="l" r="r" t="t"/>
              <a:pathLst>
                <a:path extrusionOk="0" h="10046" w="20427">
                  <a:moveTo>
                    <a:pt x="0" y="0"/>
                  </a:moveTo>
                  <a:lnTo>
                    <a:pt x="0" y="1004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4" name="Google Shape;584;p34"/>
            <p:cNvSpPr/>
            <p:nvPr/>
          </p:nvSpPr>
          <p:spPr>
            <a:xfrm>
              <a:off x="3644639" y="-11"/>
              <a:ext cx="607856" cy="322577"/>
            </a:xfrm>
            <a:custGeom>
              <a:rect b="b" l="l" r="r" t="t"/>
              <a:pathLst>
                <a:path extrusionOk="0" h="10046" w="20427">
                  <a:moveTo>
                    <a:pt x="0" y="0"/>
                  </a:moveTo>
                  <a:lnTo>
                    <a:pt x="20427" y="1004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A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5" name="Google Shape;585;p34"/>
            <p:cNvSpPr/>
            <p:nvPr/>
          </p:nvSpPr>
          <p:spPr>
            <a:xfrm>
              <a:off x="3038449" y="-11"/>
              <a:ext cx="606220" cy="322577"/>
            </a:xfrm>
            <a:custGeom>
              <a:rect b="b" l="l" r="r" t="t"/>
              <a:pathLst>
                <a:path extrusionOk="0" h="10046" w="20372">
                  <a:moveTo>
                    <a:pt x="0" y="0"/>
                  </a:moveTo>
                  <a:lnTo>
                    <a:pt x="0" y="10046"/>
                  </a:lnTo>
                  <a:lnTo>
                    <a:pt x="20371" y="0"/>
                  </a:lnTo>
                  <a:close/>
                </a:path>
              </a:pathLst>
            </a:custGeom>
            <a:solidFill>
              <a:srgbClr val="FFC800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6" name="Google Shape;586;p34"/>
            <p:cNvSpPr/>
            <p:nvPr/>
          </p:nvSpPr>
          <p:spPr>
            <a:xfrm>
              <a:off x="2430592" y="-11"/>
              <a:ext cx="607886" cy="322577"/>
            </a:xfrm>
            <a:custGeom>
              <a:rect b="b" l="l" r="r" t="t"/>
              <a:pathLst>
                <a:path extrusionOk="0" h="10046" w="20428">
                  <a:moveTo>
                    <a:pt x="1" y="0"/>
                  </a:moveTo>
                  <a:lnTo>
                    <a:pt x="20427" y="1004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A61C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7" name="Google Shape;587;p34"/>
            <p:cNvSpPr/>
            <p:nvPr/>
          </p:nvSpPr>
          <p:spPr>
            <a:xfrm>
              <a:off x="3037603" y="321634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0" y="1"/>
                  </a:moveTo>
                  <a:lnTo>
                    <a:pt x="0" y="20037"/>
                  </a:lnTo>
                  <a:lnTo>
                    <a:pt x="20427" y="999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C800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8" name="Google Shape;588;p34"/>
            <p:cNvSpPr/>
            <p:nvPr/>
          </p:nvSpPr>
          <p:spPr>
            <a:xfrm flipH="1">
              <a:off x="2430592" y="643321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20427" y="1"/>
                  </a:moveTo>
                  <a:lnTo>
                    <a:pt x="1" y="9991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lateral pattern">
  <p:cSld name="BLANK_2"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0" name="Google Shape;590;p35"/>
          <p:cNvGrpSpPr/>
          <p:nvPr/>
        </p:nvGrpSpPr>
        <p:grpSpPr>
          <a:xfrm>
            <a:off x="6109812" y="-15"/>
            <a:ext cx="3037586" cy="6862248"/>
            <a:chOff x="6109812" y="-11"/>
            <a:chExt cx="3037586" cy="5146815"/>
          </a:xfrm>
        </p:grpSpPr>
        <p:sp>
          <p:nvSpPr>
            <p:cNvPr id="591" name="Google Shape;591;p35"/>
            <p:cNvSpPr/>
            <p:nvPr/>
          </p:nvSpPr>
          <p:spPr>
            <a:xfrm>
              <a:off x="7324645" y="3539314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1" y="0"/>
                  </a:moveTo>
                  <a:lnTo>
                    <a:pt x="1" y="20036"/>
                  </a:lnTo>
                  <a:lnTo>
                    <a:pt x="20427" y="999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646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2" name="Google Shape;592;p35"/>
            <p:cNvSpPr/>
            <p:nvPr/>
          </p:nvSpPr>
          <p:spPr>
            <a:xfrm>
              <a:off x="7324645" y="4182670"/>
              <a:ext cx="607886" cy="643356"/>
            </a:xfrm>
            <a:custGeom>
              <a:rect b="b" l="l" r="r" t="t"/>
              <a:pathLst>
                <a:path extrusionOk="0" h="20036" w="20428">
                  <a:moveTo>
                    <a:pt x="1" y="0"/>
                  </a:moveTo>
                  <a:lnTo>
                    <a:pt x="1" y="20036"/>
                  </a:lnTo>
                  <a:lnTo>
                    <a:pt x="20427" y="999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3" name="Google Shape;593;p35"/>
            <p:cNvSpPr/>
            <p:nvPr/>
          </p:nvSpPr>
          <p:spPr>
            <a:xfrm>
              <a:off x="7932502" y="643313"/>
              <a:ext cx="606220" cy="643388"/>
            </a:xfrm>
            <a:custGeom>
              <a:rect b="b" l="l" r="r" t="t"/>
              <a:pathLst>
                <a:path extrusionOk="0" h="20037" w="20372">
                  <a:moveTo>
                    <a:pt x="0" y="1"/>
                  </a:moveTo>
                  <a:lnTo>
                    <a:pt x="0" y="20037"/>
                  </a:lnTo>
                  <a:lnTo>
                    <a:pt x="20371" y="1004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A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4" name="Google Shape;594;p35"/>
            <p:cNvSpPr/>
            <p:nvPr/>
          </p:nvSpPr>
          <p:spPr>
            <a:xfrm>
              <a:off x="8538692" y="322534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0" y="1"/>
                  </a:moveTo>
                  <a:lnTo>
                    <a:pt x="0" y="20037"/>
                  </a:lnTo>
                  <a:lnTo>
                    <a:pt x="20427" y="999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5" name="Google Shape;595;p35"/>
            <p:cNvSpPr/>
            <p:nvPr/>
          </p:nvSpPr>
          <p:spPr>
            <a:xfrm>
              <a:off x="7932502" y="1286669"/>
              <a:ext cx="606220" cy="643388"/>
            </a:xfrm>
            <a:custGeom>
              <a:rect b="b" l="l" r="r" t="t"/>
              <a:pathLst>
                <a:path extrusionOk="0" h="20037" w="20372">
                  <a:moveTo>
                    <a:pt x="0" y="1"/>
                  </a:moveTo>
                  <a:lnTo>
                    <a:pt x="0" y="20037"/>
                  </a:lnTo>
                  <a:lnTo>
                    <a:pt x="20371" y="1004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C800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6" name="Google Shape;596;p35"/>
            <p:cNvSpPr/>
            <p:nvPr/>
          </p:nvSpPr>
          <p:spPr>
            <a:xfrm>
              <a:off x="7932502" y="3216737"/>
              <a:ext cx="606220" cy="643388"/>
            </a:xfrm>
            <a:custGeom>
              <a:rect b="b" l="l" r="r" t="t"/>
              <a:pathLst>
                <a:path extrusionOk="0" h="20037" w="20372">
                  <a:moveTo>
                    <a:pt x="0" y="0"/>
                  </a:moveTo>
                  <a:lnTo>
                    <a:pt x="0" y="20036"/>
                  </a:lnTo>
                  <a:lnTo>
                    <a:pt x="20371" y="100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7" name="Google Shape;597;p35"/>
            <p:cNvSpPr/>
            <p:nvPr/>
          </p:nvSpPr>
          <p:spPr>
            <a:xfrm>
              <a:off x="8538692" y="3539314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0" y="0"/>
                  </a:moveTo>
                  <a:lnTo>
                    <a:pt x="0" y="20036"/>
                  </a:lnTo>
                  <a:lnTo>
                    <a:pt x="20427" y="99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06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8" name="Google Shape;598;p35"/>
            <p:cNvSpPr/>
            <p:nvPr/>
          </p:nvSpPr>
          <p:spPr>
            <a:xfrm>
              <a:off x="7932502" y="-11"/>
              <a:ext cx="606220" cy="643356"/>
            </a:xfrm>
            <a:custGeom>
              <a:rect b="b" l="l" r="r" t="t"/>
              <a:pathLst>
                <a:path extrusionOk="0" h="20036" w="20372">
                  <a:moveTo>
                    <a:pt x="0" y="0"/>
                  </a:moveTo>
                  <a:lnTo>
                    <a:pt x="0" y="20036"/>
                  </a:lnTo>
                  <a:lnTo>
                    <a:pt x="20371" y="100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64646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9" name="Google Shape;599;p35"/>
            <p:cNvSpPr/>
            <p:nvPr/>
          </p:nvSpPr>
          <p:spPr>
            <a:xfrm>
              <a:off x="8538692" y="-11"/>
              <a:ext cx="607856" cy="322577"/>
            </a:xfrm>
            <a:custGeom>
              <a:rect b="b" l="l" r="r" t="t"/>
              <a:pathLst>
                <a:path extrusionOk="0" h="10046" w="20427">
                  <a:moveTo>
                    <a:pt x="0" y="0"/>
                  </a:moveTo>
                  <a:lnTo>
                    <a:pt x="0" y="1004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646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0" name="Google Shape;600;p35"/>
            <p:cNvSpPr/>
            <p:nvPr/>
          </p:nvSpPr>
          <p:spPr>
            <a:xfrm>
              <a:off x="7324645" y="3216737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20427" y="0"/>
                  </a:moveTo>
                  <a:lnTo>
                    <a:pt x="1" y="10046"/>
                  </a:lnTo>
                  <a:lnTo>
                    <a:pt x="20427" y="2003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E806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1" name="Google Shape;601;p35"/>
            <p:cNvSpPr/>
            <p:nvPr/>
          </p:nvSpPr>
          <p:spPr>
            <a:xfrm>
              <a:off x="6716818" y="3539314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20427" y="0"/>
                  </a:moveTo>
                  <a:lnTo>
                    <a:pt x="0" y="9990"/>
                  </a:lnTo>
                  <a:lnTo>
                    <a:pt x="20427" y="2003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A400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2" name="Google Shape;602;p35"/>
            <p:cNvSpPr/>
            <p:nvPr/>
          </p:nvSpPr>
          <p:spPr>
            <a:xfrm>
              <a:off x="7932502" y="322534"/>
              <a:ext cx="606220" cy="643388"/>
            </a:xfrm>
            <a:custGeom>
              <a:rect b="b" l="l" r="r" t="t"/>
              <a:pathLst>
                <a:path extrusionOk="0" h="20037" w="20372">
                  <a:moveTo>
                    <a:pt x="20371" y="1"/>
                  </a:moveTo>
                  <a:lnTo>
                    <a:pt x="0" y="9991"/>
                  </a:lnTo>
                  <a:lnTo>
                    <a:pt x="20371" y="20037"/>
                  </a:lnTo>
                  <a:lnTo>
                    <a:pt x="20371" y="1"/>
                  </a:lnTo>
                  <a:close/>
                </a:path>
              </a:pathLst>
            </a:custGeom>
            <a:solidFill>
              <a:srgbClr val="A61C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3" name="Google Shape;603;p35"/>
            <p:cNvSpPr/>
            <p:nvPr/>
          </p:nvSpPr>
          <p:spPr>
            <a:xfrm>
              <a:off x="7932502" y="965890"/>
              <a:ext cx="606220" cy="643388"/>
            </a:xfrm>
            <a:custGeom>
              <a:rect b="b" l="l" r="r" t="t"/>
              <a:pathLst>
                <a:path extrusionOk="0" h="20037" w="20372">
                  <a:moveTo>
                    <a:pt x="20371" y="1"/>
                  </a:moveTo>
                  <a:lnTo>
                    <a:pt x="0" y="9991"/>
                  </a:lnTo>
                  <a:lnTo>
                    <a:pt x="20371" y="20037"/>
                  </a:lnTo>
                  <a:lnTo>
                    <a:pt x="20371" y="1"/>
                  </a:lnTo>
                  <a:close/>
                </a:path>
              </a:pathLst>
            </a:custGeom>
            <a:solidFill>
              <a:srgbClr val="FFA400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4" name="Google Shape;604;p35"/>
            <p:cNvSpPr/>
            <p:nvPr/>
          </p:nvSpPr>
          <p:spPr>
            <a:xfrm>
              <a:off x="7932502" y="2895958"/>
              <a:ext cx="606220" cy="643388"/>
            </a:xfrm>
            <a:custGeom>
              <a:rect b="b" l="l" r="r" t="t"/>
              <a:pathLst>
                <a:path extrusionOk="0" h="20037" w="20372">
                  <a:moveTo>
                    <a:pt x="20371" y="0"/>
                  </a:moveTo>
                  <a:lnTo>
                    <a:pt x="0" y="9990"/>
                  </a:lnTo>
                  <a:lnTo>
                    <a:pt x="20371" y="20036"/>
                  </a:lnTo>
                  <a:lnTo>
                    <a:pt x="20371" y="0"/>
                  </a:lnTo>
                  <a:close/>
                </a:path>
              </a:pathLst>
            </a:custGeom>
            <a:solidFill>
              <a:srgbClr val="F64646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5" name="Google Shape;605;p35"/>
            <p:cNvSpPr/>
            <p:nvPr/>
          </p:nvSpPr>
          <p:spPr>
            <a:xfrm>
              <a:off x="7932492" y="3538418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20427" y="0"/>
                  </a:moveTo>
                  <a:lnTo>
                    <a:pt x="0" y="10046"/>
                  </a:lnTo>
                  <a:lnTo>
                    <a:pt x="20427" y="2003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6" name="Google Shape;606;p35"/>
            <p:cNvSpPr/>
            <p:nvPr/>
          </p:nvSpPr>
          <p:spPr>
            <a:xfrm>
              <a:off x="6716818" y="-11"/>
              <a:ext cx="607856" cy="322577"/>
            </a:xfrm>
            <a:custGeom>
              <a:rect b="b" l="l" r="r" t="t"/>
              <a:pathLst>
                <a:path extrusionOk="0" h="10046" w="20427">
                  <a:moveTo>
                    <a:pt x="0" y="0"/>
                  </a:moveTo>
                  <a:lnTo>
                    <a:pt x="20427" y="1004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7" name="Google Shape;607;p35"/>
            <p:cNvSpPr/>
            <p:nvPr/>
          </p:nvSpPr>
          <p:spPr>
            <a:xfrm>
              <a:off x="6716818" y="4825993"/>
              <a:ext cx="607856" cy="320811"/>
            </a:xfrm>
            <a:custGeom>
              <a:rect b="b" l="l" r="r" t="t"/>
              <a:pathLst>
                <a:path extrusionOk="0" h="9991" w="20427">
                  <a:moveTo>
                    <a:pt x="20427" y="1"/>
                  </a:moveTo>
                  <a:lnTo>
                    <a:pt x="0" y="9991"/>
                  </a:lnTo>
                  <a:lnTo>
                    <a:pt x="20427" y="9991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64646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8" name="Google Shape;608;p35"/>
            <p:cNvSpPr/>
            <p:nvPr/>
          </p:nvSpPr>
          <p:spPr>
            <a:xfrm>
              <a:off x="7324645" y="4503448"/>
              <a:ext cx="607886" cy="643356"/>
            </a:xfrm>
            <a:custGeom>
              <a:rect b="b" l="l" r="r" t="t"/>
              <a:pathLst>
                <a:path extrusionOk="0" h="20036" w="20428">
                  <a:moveTo>
                    <a:pt x="20427" y="0"/>
                  </a:moveTo>
                  <a:lnTo>
                    <a:pt x="1" y="10046"/>
                  </a:lnTo>
                  <a:lnTo>
                    <a:pt x="20427" y="2003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A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9" name="Google Shape;609;p35"/>
            <p:cNvSpPr/>
            <p:nvPr/>
          </p:nvSpPr>
          <p:spPr>
            <a:xfrm>
              <a:off x="8538692" y="-11"/>
              <a:ext cx="607856" cy="643356"/>
            </a:xfrm>
            <a:custGeom>
              <a:rect b="b" l="l" r="r" t="t"/>
              <a:pathLst>
                <a:path extrusionOk="0" h="20036" w="20427">
                  <a:moveTo>
                    <a:pt x="20427" y="0"/>
                  </a:moveTo>
                  <a:lnTo>
                    <a:pt x="0" y="10046"/>
                  </a:lnTo>
                  <a:lnTo>
                    <a:pt x="20427" y="2003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C800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0" name="Google Shape;610;p35"/>
            <p:cNvSpPr/>
            <p:nvPr/>
          </p:nvSpPr>
          <p:spPr>
            <a:xfrm>
              <a:off x="8538692" y="4503448"/>
              <a:ext cx="607856" cy="643356"/>
            </a:xfrm>
            <a:custGeom>
              <a:rect b="b" l="l" r="r" t="t"/>
              <a:pathLst>
                <a:path extrusionOk="0" h="20036" w="20427">
                  <a:moveTo>
                    <a:pt x="20427" y="0"/>
                  </a:moveTo>
                  <a:lnTo>
                    <a:pt x="0" y="10046"/>
                  </a:lnTo>
                  <a:lnTo>
                    <a:pt x="20427" y="2003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1" name="Google Shape;611;p35"/>
            <p:cNvSpPr/>
            <p:nvPr/>
          </p:nvSpPr>
          <p:spPr>
            <a:xfrm>
              <a:off x="7324658" y="322534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1" y="1"/>
                  </a:moveTo>
                  <a:lnTo>
                    <a:pt x="1" y="20037"/>
                  </a:lnTo>
                  <a:lnTo>
                    <a:pt x="20427" y="999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A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2" name="Google Shape;612;p35"/>
            <p:cNvSpPr/>
            <p:nvPr/>
          </p:nvSpPr>
          <p:spPr>
            <a:xfrm>
              <a:off x="7324658" y="965890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1" y="1"/>
                  </a:moveTo>
                  <a:lnTo>
                    <a:pt x="1" y="20037"/>
                  </a:lnTo>
                  <a:lnTo>
                    <a:pt x="20427" y="999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806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3" name="Google Shape;613;p35"/>
            <p:cNvSpPr/>
            <p:nvPr/>
          </p:nvSpPr>
          <p:spPr>
            <a:xfrm>
              <a:off x="6716831" y="965890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20427" y="1"/>
                  </a:moveTo>
                  <a:lnTo>
                    <a:pt x="0" y="9991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4" name="Google Shape;614;p35"/>
            <p:cNvSpPr/>
            <p:nvPr/>
          </p:nvSpPr>
          <p:spPr>
            <a:xfrm>
              <a:off x="7324658" y="1286669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20427" y="1"/>
                  </a:moveTo>
                  <a:lnTo>
                    <a:pt x="1" y="10047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646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5" name="Google Shape;615;p35"/>
            <p:cNvSpPr/>
            <p:nvPr/>
          </p:nvSpPr>
          <p:spPr>
            <a:xfrm>
              <a:off x="7324658" y="-11"/>
              <a:ext cx="607886" cy="643356"/>
            </a:xfrm>
            <a:custGeom>
              <a:rect b="b" l="l" r="r" t="t"/>
              <a:pathLst>
                <a:path extrusionOk="0" h="20036" w="20428">
                  <a:moveTo>
                    <a:pt x="20427" y="0"/>
                  </a:moveTo>
                  <a:lnTo>
                    <a:pt x="1" y="10046"/>
                  </a:lnTo>
                  <a:lnTo>
                    <a:pt x="20427" y="2003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6" name="Google Shape;616;p35"/>
            <p:cNvSpPr/>
            <p:nvPr/>
          </p:nvSpPr>
          <p:spPr>
            <a:xfrm>
              <a:off x="8538692" y="4825993"/>
              <a:ext cx="607856" cy="320811"/>
            </a:xfrm>
            <a:custGeom>
              <a:rect b="b" l="l" r="r" t="t"/>
              <a:pathLst>
                <a:path extrusionOk="0" h="9991" w="20427">
                  <a:moveTo>
                    <a:pt x="0" y="1"/>
                  </a:moveTo>
                  <a:lnTo>
                    <a:pt x="0" y="9991"/>
                  </a:lnTo>
                  <a:lnTo>
                    <a:pt x="20427" y="9991"/>
                  </a:lnTo>
                  <a:lnTo>
                    <a:pt x="0" y="1"/>
                  </a:lnTo>
                  <a:close/>
                </a:path>
              </a:pathLst>
            </a:cu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7" name="Google Shape;617;p35"/>
            <p:cNvSpPr/>
            <p:nvPr/>
          </p:nvSpPr>
          <p:spPr>
            <a:xfrm>
              <a:off x="6717668" y="1930025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0" y="1"/>
                  </a:moveTo>
                  <a:lnTo>
                    <a:pt x="0" y="20037"/>
                  </a:lnTo>
                  <a:lnTo>
                    <a:pt x="20427" y="1004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806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8" name="Google Shape;618;p35"/>
            <p:cNvSpPr/>
            <p:nvPr/>
          </p:nvSpPr>
          <p:spPr>
            <a:xfrm>
              <a:off x="7325495" y="2252602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1" y="0"/>
                  </a:moveTo>
                  <a:lnTo>
                    <a:pt x="1" y="20036"/>
                  </a:lnTo>
                  <a:lnTo>
                    <a:pt x="20427" y="999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9" name="Google Shape;619;p35"/>
            <p:cNvSpPr/>
            <p:nvPr/>
          </p:nvSpPr>
          <p:spPr>
            <a:xfrm>
              <a:off x="6717668" y="3216737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0" y="0"/>
                  </a:moveTo>
                  <a:lnTo>
                    <a:pt x="0" y="20036"/>
                  </a:lnTo>
                  <a:lnTo>
                    <a:pt x="20427" y="100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0" name="Google Shape;620;p35"/>
            <p:cNvSpPr/>
            <p:nvPr/>
          </p:nvSpPr>
          <p:spPr>
            <a:xfrm>
              <a:off x="7933352" y="1930025"/>
              <a:ext cx="606220" cy="643388"/>
            </a:xfrm>
            <a:custGeom>
              <a:rect b="b" l="l" r="r" t="t"/>
              <a:pathLst>
                <a:path extrusionOk="0" h="20037" w="20372">
                  <a:moveTo>
                    <a:pt x="0" y="1"/>
                  </a:moveTo>
                  <a:lnTo>
                    <a:pt x="0" y="20037"/>
                  </a:lnTo>
                  <a:lnTo>
                    <a:pt x="20371" y="1004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A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1" name="Google Shape;621;p35"/>
            <p:cNvSpPr/>
            <p:nvPr/>
          </p:nvSpPr>
          <p:spPr>
            <a:xfrm>
              <a:off x="7933352" y="2573381"/>
              <a:ext cx="606220" cy="643388"/>
            </a:xfrm>
            <a:custGeom>
              <a:rect b="b" l="l" r="r" t="t"/>
              <a:pathLst>
                <a:path extrusionOk="0" h="20037" w="20372">
                  <a:moveTo>
                    <a:pt x="0" y="1"/>
                  </a:moveTo>
                  <a:lnTo>
                    <a:pt x="0" y="20036"/>
                  </a:lnTo>
                  <a:lnTo>
                    <a:pt x="20371" y="1004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646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2" name="Google Shape;622;p35"/>
            <p:cNvSpPr/>
            <p:nvPr/>
          </p:nvSpPr>
          <p:spPr>
            <a:xfrm>
              <a:off x="8539542" y="1608802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0" y="0"/>
                  </a:moveTo>
                  <a:lnTo>
                    <a:pt x="0" y="20036"/>
                  </a:lnTo>
                  <a:lnTo>
                    <a:pt x="20427" y="99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64646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3" name="Google Shape;623;p35"/>
            <p:cNvSpPr/>
            <p:nvPr/>
          </p:nvSpPr>
          <p:spPr>
            <a:xfrm>
              <a:off x="6109812" y="3216737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20427" y="0"/>
                  </a:moveTo>
                  <a:lnTo>
                    <a:pt x="1" y="10046"/>
                  </a:lnTo>
                  <a:lnTo>
                    <a:pt x="20427" y="20036"/>
                  </a:lnTo>
                  <a:lnTo>
                    <a:pt x="20427" y="0"/>
                  </a:lnTo>
                  <a:close/>
                </a:path>
              </a:pathLst>
            </a:custGeom>
            <a:solidFill>
              <a:srgbClr val="FFC800">
                <a:alpha val="2470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4" name="Google Shape;624;p35"/>
            <p:cNvSpPr/>
            <p:nvPr/>
          </p:nvSpPr>
          <p:spPr>
            <a:xfrm>
              <a:off x="6717668" y="1609246"/>
              <a:ext cx="607856" cy="643388"/>
            </a:xfrm>
            <a:custGeom>
              <a:rect b="b" l="l" r="r" t="t"/>
              <a:pathLst>
                <a:path extrusionOk="0" h="20037" w="20427">
                  <a:moveTo>
                    <a:pt x="20427" y="1"/>
                  </a:moveTo>
                  <a:lnTo>
                    <a:pt x="0" y="9991"/>
                  </a:lnTo>
                  <a:lnTo>
                    <a:pt x="20427" y="20036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FFC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5" name="Google Shape;625;p35"/>
            <p:cNvSpPr/>
            <p:nvPr/>
          </p:nvSpPr>
          <p:spPr>
            <a:xfrm>
              <a:off x="7325495" y="1930025"/>
              <a:ext cx="607886" cy="643388"/>
            </a:xfrm>
            <a:custGeom>
              <a:rect b="b" l="l" r="r" t="t"/>
              <a:pathLst>
                <a:path extrusionOk="0" h="20037" w="20428">
                  <a:moveTo>
                    <a:pt x="20427" y="1"/>
                  </a:moveTo>
                  <a:lnTo>
                    <a:pt x="1" y="10046"/>
                  </a:lnTo>
                  <a:lnTo>
                    <a:pt x="20427" y="20037"/>
                  </a:lnTo>
                  <a:lnTo>
                    <a:pt x="20427" y="1"/>
                  </a:lnTo>
                  <a:close/>
                </a:path>
              </a:pathLst>
            </a:custGeom>
            <a:solidFill>
              <a:srgbClr val="A61C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26" name="Google Shape;626;p35"/>
          <p:cNvSpPr txBox="1"/>
          <p:nvPr>
            <p:ph idx="12" type="sldNum"/>
          </p:nvPr>
        </p:nvSpPr>
        <p:spPr>
          <a:xfrm>
            <a:off x="8556784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showMasterSp="0">
  <p:cSld name="TITLE_2"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8" name="Google Shape;628;p37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629" name="Google Shape;629;p37"/>
            <p:cNvCxnSpPr/>
            <p:nvPr/>
          </p:nvCxnSpPr>
          <p:spPr>
            <a:xfrm flipH="1" rot="10800000">
              <a:off x="5130830" y="4175701"/>
              <a:ext cx="4022400" cy="2682300"/>
            </a:xfrm>
            <a:prstGeom prst="straightConnector1">
              <a:avLst/>
            </a:prstGeom>
            <a:noFill/>
            <a:ln cap="flat" cmpd="sng" w="95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30" name="Google Shape;630;p37"/>
            <p:cNvCxnSpPr/>
            <p:nvPr/>
          </p:nvCxnSpPr>
          <p:spPr>
            <a:xfrm>
              <a:off x="7042707" y="0"/>
              <a:ext cx="1219200" cy="6858000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31" name="Google Shape;631;p37"/>
            <p:cNvSpPr/>
            <p:nvPr/>
          </p:nvSpPr>
          <p:spPr>
            <a:xfrm>
              <a:off x="6891896" y="1"/>
              <a:ext cx="2269442" cy="6866466"/>
            </a:xfrm>
            <a:custGeom>
              <a:rect b="b" l="l" r="r" t="t"/>
              <a:pathLst>
                <a:path extrusionOk="0" h="6866466" w="2269442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2901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2" name="Google Shape;632;p37"/>
            <p:cNvSpPr/>
            <p:nvPr/>
          </p:nvSpPr>
          <p:spPr>
            <a:xfrm>
              <a:off x="7205158" y="-8467"/>
              <a:ext cx="1948147" cy="6866467"/>
            </a:xfrm>
            <a:custGeom>
              <a:rect b="b" l="l" r="r" t="t"/>
              <a:pathLst>
                <a:path extrusionOk="0" h="6866467" w="194814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3" name="Google Shape;633;p37"/>
            <p:cNvSpPr/>
            <p:nvPr/>
          </p:nvSpPr>
          <p:spPr>
            <a:xfrm>
              <a:off x="6637896" y="3920066"/>
              <a:ext cx="2509944" cy="2933700"/>
            </a:xfrm>
            <a:custGeom>
              <a:rect b="b" l="l" r="r" t="t"/>
              <a:pathLst>
                <a:path extrusionOk="0" h="3810000" w="3259667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098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4" name="Google Shape;634;p37"/>
            <p:cNvSpPr/>
            <p:nvPr/>
          </p:nvSpPr>
          <p:spPr>
            <a:xfrm>
              <a:off x="7010429" y="-8467"/>
              <a:ext cx="2139950" cy="6866467"/>
            </a:xfrm>
            <a:custGeom>
              <a:rect b="b" l="l" r="r" t="t"/>
              <a:pathLst>
                <a:path extrusionOk="0" h="6866467" w="28532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42117">
                <a:alpha val="69019"/>
              </a:srgbClr>
            </a:solidFill>
            <a:ln>
              <a:noFill/>
            </a:ln>
          </p:spPr>
        </p:sp>
        <p:sp>
          <p:nvSpPr>
            <p:cNvPr id="635" name="Google Shape;635;p37"/>
            <p:cNvSpPr/>
            <p:nvPr/>
          </p:nvSpPr>
          <p:spPr>
            <a:xfrm>
              <a:off x="8295776" y="-8467"/>
              <a:ext cx="859028" cy="6866467"/>
            </a:xfrm>
            <a:custGeom>
              <a:rect b="b" l="l" r="r" t="t"/>
              <a:pathLst>
                <a:path extrusionOk="0" h="6866467" w="1286933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rgbClr val="EF8B67">
                <a:alpha val="6901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6" name="Google Shape;636;p37"/>
            <p:cNvSpPr/>
            <p:nvPr/>
          </p:nvSpPr>
          <p:spPr>
            <a:xfrm>
              <a:off x="8077231" y="-8468"/>
              <a:ext cx="1067005" cy="6866467"/>
            </a:xfrm>
            <a:custGeom>
              <a:rect b="b" l="l" r="r" t="t"/>
              <a:pathLst>
                <a:path extrusionOk="0" h="6866467" w="1270244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4313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7" name="Google Shape;637;p37"/>
            <p:cNvSpPr/>
            <p:nvPr/>
          </p:nvSpPr>
          <p:spPr>
            <a:xfrm>
              <a:off x="8060297" y="4893733"/>
              <a:ext cx="1092200" cy="1960880"/>
            </a:xfrm>
            <a:custGeom>
              <a:rect b="b" l="l" r="r" t="t"/>
              <a:pathLst>
                <a:path extrusionOk="0" h="3268133" w="18203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8" name="Google Shape;638;p37"/>
            <p:cNvSpPr/>
            <p:nvPr/>
          </p:nvSpPr>
          <p:spPr>
            <a:xfrm>
              <a:off x="-8466" y="-8468"/>
              <a:ext cx="863600" cy="5698067"/>
            </a:xfrm>
            <a:custGeom>
              <a:rect b="b" l="l" r="r" t="t"/>
              <a:pathLst>
                <a:path extrusionOk="0" h="5698067" w="863600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4313"/>
              </a:schemeClr>
            </a:solidFill>
            <a:ln>
              <a:noFill/>
            </a:ln>
          </p:spPr>
        </p:sp>
      </p:grpSp>
      <p:sp>
        <p:nvSpPr>
          <p:cNvPr id="639" name="Google Shape;639;p37"/>
          <p:cNvSpPr txBox="1"/>
          <p:nvPr>
            <p:ph type="ctrTitle"/>
          </p:nvPr>
        </p:nvSpPr>
        <p:spPr>
          <a:xfrm>
            <a:off x="1130595" y="2404534"/>
            <a:ext cx="5826600" cy="1646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Trebuchet MS"/>
              <a:buNone/>
              <a:defRPr sz="54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640" name="Google Shape;640;p37"/>
          <p:cNvSpPr txBox="1"/>
          <p:nvPr>
            <p:ph idx="1" type="subTitle"/>
          </p:nvPr>
        </p:nvSpPr>
        <p:spPr>
          <a:xfrm>
            <a:off x="1130595" y="4050834"/>
            <a:ext cx="5826600" cy="10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>
                <a:solidFill>
                  <a:srgbClr val="7F7F7F"/>
                </a:solidFill>
              </a:defRPr>
            </a:lvl1pPr>
            <a:lvl2pPr lvl="1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41" name="Google Shape;641;p37"/>
          <p:cNvSpPr txBox="1"/>
          <p:nvPr>
            <p:ph idx="10" type="dt"/>
          </p:nvPr>
        </p:nvSpPr>
        <p:spPr>
          <a:xfrm>
            <a:off x="5405258" y="6041363"/>
            <a:ext cx="684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42" name="Google Shape;642;p37"/>
          <p:cNvSpPr txBox="1"/>
          <p:nvPr>
            <p:ph idx="11" type="ftr"/>
          </p:nvPr>
        </p:nvSpPr>
        <p:spPr>
          <a:xfrm>
            <a:off x="609599" y="6041363"/>
            <a:ext cx="462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43" name="Google Shape;643;p37"/>
          <p:cNvSpPr txBox="1"/>
          <p:nvPr>
            <p:ph idx="12" type="sldNum"/>
          </p:nvPr>
        </p:nvSpPr>
        <p:spPr>
          <a:xfrm>
            <a:off x="6444676" y="6041363"/>
            <a:ext cx="512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descripción">
  <p:cSld name="Título y descripción"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38"/>
          <p:cNvSpPr txBox="1"/>
          <p:nvPr>
            <p:ph type="title"/>
          </p:nvPr>
        </p:nvSpPr>
        <p:spPr>
          <a:xfrm>
            <a:off x="755576" y="188640"/>
            <a:ext cx="63477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646" name="Google Shape;646;p38"/>
          <p:cNvSpPr txBox="1"/>
          <p:nvPr>
            <p:ph idx="1" type="body"/>
          </p:nvPr>
        </p:nvSpPr>
        <p:spPr>
          <a:xfrm>
            <a:off x="609600" y="4470400"/>
            <a:ext cx="6347700" cy="157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3F3F3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47" name="Google Shape;647;p38"/>
          <p:cNvSpPr txBox="1"/>
          <p:nvPr>
            <p:ph idx="10" type="dt"/>
          </p:nvPr>
        </p:nvSpPr>
        <p:spPr>
          <a:xfrm>
            <a:off x="5405258" y="6041363"/>
            <a:ext cx="684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48" name="Google Shape;648;p38"/>
          <p:cNvSpPr txBox="1"/>
          <p:nvPr>
            <p:ph idx="11" type="ftr"/>
          </p:nvPr>
        </p:nvSpPr>
        <p:spPr>
          <a:xfrm>
            <a:off x="609599" y="6041363"/>
            <a:ext cx="462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49" name="Google Shape;649;p38"/>
          <p:cNvSpPr txBox="1"/>
          <p:nvPr>
            <p:ph idx="12" type="sldNum"/>
          </p:nvPr>
        </p:nvSpPr>
        <p:spPr>
          <a:xfrm>
            <a:off x="6444676" y="6041363"/>
            <a:ext cx="512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39"/>
          <p:cNvSpPr txBox="1"/>
          <p:nvPr>
            <p:ph type="title"/>
          </p:nvPr>
        </p:nvSpPr>
        <p:spPr>
          <a:xfrm>
            <a:off x="609600" y="609600"/>
            <a:ext cx="6347700" cy="13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652" name="Google Shape;652;p39"/>
          <p:cNvSpPr txBox="1"/>
          <p:nvPr>
            <p:ph idx="1" type="body"/>
          </p:nvPr>
        </p:nvSpPr>
        <p:spPr>
          <a:xfrm>
            <a:off x="609600" y="2160589"/>
            <a:ext cx="3088200" cy="38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◂"/>
              <a:defRPr sz="1800"/>
            </a:lvl1pPr>
            <a:lvl2pPr indent="-30988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Char char="◂"/>
              <a:defRPr sz="1600"/>
            </a:lvl2pPr>
            <a:lvl3pPr indent="-299719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Char char="◂"/>
              <a:defRPr sz="1400"/>
            </a:lvl3pPr>
            <a:lvl4pPr indent="-28956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◂"/>
              <a:defRPr sz="1200"/>
            </a:lvl4pPr>
            <a:lvl5pPr indent="-28956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○"/>
              <a:defRPr sz="1200"/>
            </a:lvl5pPr>
            <a:lvl6pPr indent="-28956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■"/>
              <a:defRPr sz="1200"/>
            </a:lvl6pPr>
            <a:lvl7pPr indent="-28956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●"/>
              <a:defRPr sz="1200"/>
            </a:lvl7pPr>
            <a:lvl8pPr indent="-289559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○"/>
              <a:defRPr sz="1200"/>
            </a:lvl8pPr>
            <a:lvl9pPr indent="-289559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■"/>
              <a:defRPr sz="1200"/>
            </a:lvl9pPr>
          </a:lstStyle>
          <a:p/>
        </p:txBody>
      </p:sp>
      <p:sp>
        <p:nvSpPr>
          <p:cNvPr id="653" name="Google Shape;653;p39"/>
          <p:cNvSpPr txBox="1"/>
          <p:nvPr>
            <p:ph idx="2" type="body"/>
          </p:nvPr>
        </p:nvSpPr>
        <p:spPr>
          <a:xfrm>
            <a:off x="3869204" y="2160590"/>
            <a:ext cx="3088200" cy="38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◂"/>
              <a:defRPr sz="1800"/>
            </a:lvl1pPr>
            <a:lvl2pPr indent="-30988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Char char="◂"/>
              <a:defRPr sz="1600"/>
            </a:lvl2pPr>
            <a:lvl3pPr indent="-299719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Char char="◂"/>
              <a:defRPr sz="1400"/>
            </a:lvl3pPr>
            <a:lvl4pPr indent="-28956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◂"/>
              <a:defRPr sz="1200"/>
            </a:lvl4pPr>
            <a:lvl5pPr indent="-28956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○"/>
              <a:defRPr sz="1200"/>
            </a:lvl5pPr>
            <a:lvl6pPr indent="-28956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■"/>
              <a:defRPr sz="1200"/>
            </a:lvl6pPr>
            <a:lvl7pPr indent="-28956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●"/>
              <a:defRPr sz="1200"/>
            </a:lvl7pPr>
            <a:lvl8pPr indent="-289559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○"/>
              <a:defRPr sz="1200"/>
            </a:lvl8pPr>
            <a:lvl9pPr indent="-289559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■"/>
              <a:defRPr sz="1200"/>
            </a:lvl9pPr>
          </a:lstStyle>
          <a:p/>
        </p:txBody>
      </p:sp>
      <p:sp>
        <p:nvSpPr>
          <p:cNvPr id="654" name="Google Shape;654;p39"/>
          <p:cNvSpPr txBox="1"/>
          <p:nvPr>
            <p:ph idx="10" type="dt"/>
          </p:nvPr>
        </p:nvSpPr>
        <p:spPr>
          <a:xfrm>
            <a:off x="5405258" y="6041363"/>
            <a:ext cx="684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55" name="Google Shape;655;p39"/>
          <p:cNvSpPr txBox="1"/>
          <p:nvPr>
            <p:ph idx="11" type="ftr"/>
          </p:nvPr>
        </p:nvSpPr>
        <p:spPr>
          <a:xfrm>
            <a:off x="609599" y="6041363"/>
            <a:ext cx="462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56" name="Google Shape;656;p39"/>
          <p:cNvSpPr txBox="1"/>
          <p:nvPr>
            <p:ph idx="12" type="sldNum"/>
          </p:nvPr>
        </p:nvSpPr>
        <p:spPr>
          <a:xfrm>
            <a:off x="6444676" y="6041363"/>
            <a:ext cx="512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showMasterSp="0" type="secHead">
  <p:cSld name="SECTION_HEADER">
    <p:bg>
      <p:bgPr>
        <a:solidFill>
          <a:schemeClr val="dk2"/>
        </a:solidFill>
      </p:bgPr>
    </p:bg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40"/>
          <p:cNvSpPr/>
          <p:nvPr/>
        </p:nvSpPr>
        <p:spPr>
          <a:xfrm>
            <a:off x="381000" y="0"/>
            <a:ext cx="609600" cy="6858000"/>
          </a:xfrm>
          <a:prstGeom prst="rect">
            <a:avLst/>
          </a:prstGeom>
          <a:solidFill>
            <a:srgbClr val="FEC2AC">
              <a:alpha val="5333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659" name="Google Shape;659;p40"/>
          <p:cNvSpPr/>
          <p:nvPr/>
        </p:nvSpPr>
        <p:spPr>
          <a:xfrm>
            <a:off x="276225" y="0"/>
            <a:ext cx="104700" cy="6858000"/>
          </a:xfrm>
          <a:prstGeom prst="rect">
            <a:avLst/>
          </a:prstGeom>
          <a:solidFill>
            <a:srgbClr val="FFD8CC">
              <a:alpha val="35294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660" name="Google Shape;660;p40"/>
          <p:cNvSpPr/>
          <p:nvPr/>
        </p:nvSpPr>
        <p:spPr>
          <a:xfrm>
            <a:off x="990600" y="0"/>
            <a:ext cx="182700" cy="6858000"/>
          </a:xfrm>
          <a:prstGeom prst="rect">
            <a:avLst/>
          </a:prstGeom>
          <a:solidFill>
            <a:srgbClr val="FFD8CC">
              <a:alpha val="6901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661" name="Google Shape;661;p40"/>
          <p:cNvSpPr/>
          <p:nvPr/>
        </p:nvSpPr>
        <p:spPr>
          <a:xfrm>
            <a:off x="1141413" y="0"/>
            <a:ext cx="230100" cy="6858000"/>
          </a:xfrm>
          <a:prstGeom prst="rect">
            <a:avLst/>
          </a:prstGeom>
          <a:solidFill>
            <a:srgbClr val="FFEDE7">
              <a:alpha val="7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662" name="Google Shape;662;p40"/>
          <p:cNvCxnSpPr/>
          <p:nvPr/>
        </p:nvCxnSpPr>
        <p:spPr>
          <a:xfrm>
            <a:off x="106363" y="0"/>
            <a:ext cx="0" cy="6858000"/>
          </a:xfrm>
          <a:prstGeom prst="straightConnector1">
            <a:avLst/>
          </a:prstGeom>
          <a:noFill/>
          <a:ln cap="flat" cmpd="sng" w="57150">
            <a:solidFill>
              <a:srgbClr val="FEC2AC">
                <a:alpha val="7215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3" name="Google Shape;663;p40"/>
          <p:cNvCxnSpPr/>
          <p:nvPr/>
        </p:nvCxnSpPr>
        <p:spPr>
          <a:xfrm>
            <a:off x="914400" y="0"/>
            <a:ext cx="0" cy="6858000"/>
          </a:xfrm>
          <a:prstGeom prst="straightConnector1">
            <a:avLst/>
          </a:prstGeom>
          <a:noFill/>
          <a:ln cap="flat" cmpd="sng" w="57150">
            <a:solidFill>
              <a:srgbClr val="FFEDE7">
                <a:alpha val="82352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4" name="Google Shape;664;p40"/>
          <p:cNvCxnSpPr/>
          <p:nvPr/>
        </p:nvCxnSpPr>
        <p:spPr>
          <a:xfrm>
            <a:off x="854075" y="0"/>
            <a:ext cx="0" cy="6858000"/>
          </a:xfrm>
          <a:prstGeom prst="straightConnector1">
            <a:avLst/>
          </a:prstGeom>
          <a:noFill/>
          <a:ln cap="flat" cmpd="sng" w="57150">
            <a:solidFill>
              <a:srgbClr val="FEC2A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5" name="Google Shape;665;p40"/>
          <p:cNvCxnSpPr/>
          <p:nvPr/>
        </p:nvCxnSpPr>
        <p:spPr>
          <a:xfrm>
            <a:off x="1727200" y="0"/>
            <a:ext cx="0" cy="6858000"/>
          </a:xfrm>
          <a:prstGeom prst="straightConnector1">
            <a:avLst/>
          </a:prstGeom>
          <a:noFill/>
          <a:ln cap="flat" cmpd="sng" w="28575">
            <a:solidFill>
              <a:srgbClr val="FEC2AC">
                <a:alpha val="8117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6" name="Google Shape;666;p40"/>
          <p:cNvCxnSpPr/>
          <p:nvPr/>
        </p:nvCxnSpPr>
        <p:spPr>
          <a:xfrm>
            <a:off x="10668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EC2A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67" name="Google Shape;667;p40"/>
          <p:cNvSpPr/>
          <p:nvPr/>
        </p:nvSpPr>
        <p:spPr>
          <a:xfrm>
            <a:off x="1219200" y="0"/>
            <a:ext cx="76200" cy="6858000"/>
          </a:xfrm>
          <a:prstGeom prst="rect">
            <a:avLst/>
          </a:prstGeom>
          <a:solidFill>
            <a:srgbClr val="FEC2AC">
              <a:alpha val="5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668" name="Google Shape;668;p40"/>
          <p:cNvSpPr/>
          <p:nvPr/>
        </p:nvSpPr>
        <p:spPr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669" name="Google Shape;669;p40"/>
          <p:cNvSpPr/>
          <p:nvPr/>
        </p:nvSpPr>
        <p:spPr>
          <a:xfrm>
            <a:off x="1323975" y="4867275"/>
            <a:ext cx="642900" cy="641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670" name="Google Shape;670;p40"/>
          <p:cNvSpPr/>
          <p:nvPr/>
        </p:nvSpPr>
        <p:spPr>
          <a:xfrm>
            <a:off x="1090613" y="5500688"/>
            <a:ext cx="138000" cy="1365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671" name="Google Shape;671;p40"/>
          <p:cNvSpPr/>
          <p:nvPr/>
        </p:nvSpPr>
        <p:spPr>
          <a:xfrm>
            <a:off x="1663700" y="5791200"/>
            <a:ext cx="274500" cy="2745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672" name="Google Shape;672;p40"/>
          <p:cNvSpPr/>
          <p:nvPr/>
        </p:nvSpPr>
        <p:spPr>
          <a:xfrm>
            <a:off x="1879600" y="4479925"/>
            <a:ext cx="365100" cy="365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673" name="Google Shape;673;p40"/>
          <p:cNvCxnSpPr/>
          <p:nvPr/>
        </p:nvCxnSpPr>
        <p:spPr>
          <a:xfrm>
            <a:off x="9097963" y="0"/>
            <a:ext cx="0" cy="6858000"/>
          </a:xfrm>
          <a:prstGeom prst="straightConnector1">
            <a:avLst/>
          </a:prstGeom>
          <a:noFill/>
          <a:ln cap="flat" cmpd="thickThin" w="57150">
            <a:solidFill>
              <a:srgbClr val="FEC2A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74" name="Google Shape;674;p40"/>
          <p:cNvSpPr txBox="1"/>
          <p:nvPr>
            <p:ph type="title"/>
          </p:nvPr>
        </p:nvSpPr>
        <p:spPr>
          <a:xfrm>
            <a:off x="2286000" y="2895600"/>
            <a:ext cx="6172200" cy="2053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Century Schoolbook"/>
              <a:buNone/>
              <a:defRPr b="1" sz="3000" cap="small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675" name="Google Shape;675;p40"/>
          <p:cNvSpPr txBox="1"/>
          <p:nvPr>
            <p:ph idx="1" type="body"/>
          </p:nvPr>
        </p:nvSpPr>
        <p:spPr>
          <a:xfrm>
            <a:off x="2286000" y="5010150"/>
            <a:ext cx="6172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None/>
              <a:defRPr b="1" sz="1800">
                <a:solidFill>
                  <a:schemeClr val="lt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96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84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952"/>
              <a:buNone/>
              <a:defRPr sz="14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6pPr>
            <a:lvl7pPr indent="-297179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76" name="Google Shape;676;p40"/>
          <p:cNvSpPr txBox="1"/>
          <p:nvPr>
            <p:ph idx="10" type="dt"/>
          </p:nvPr>
        </p:nvSpPr>
        <p:spPr>
          <a:xfrm rot="5400000">
            <a:off x="7762875" y="1169988"/>
            <a:ext cx="2286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77" name="Google Shape;677;p40"/>
          <p:cNvSpPr txBox="1"/>
          <p:nvPr>
            <p:ph idx="11" type="ftr"/>
          </p:nvPr>
        </p:nvSpPr>
        <p:spPr>
          <a:xfrm rot="5400000">
            <a:off x="7077013" y="4178238"/>
            <a:ext cx="36576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78" name="Google Shape;678;p40"/>
          <p:cNvSpPr txBox="1"/>
          <p:nvPr>
            <p:ph idx="12" type="sldNum"/>
          </p:nvPr>
        </p:nvSpPr>
        <p:spPr>
          <a:xfrm>
            <a:off x="1339850" y="4929188"/>
            <a:ext cx="609600" cy="51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41"/>
          <p:cNvSpPr txBox="1"/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681" name="Google Shape;681;p41"/>
          <p:cNvSpPr txBox="1"/>
          <p:nvPr>
            <p:ph idx="1" type="body"/>
          </p:nvPr>
        </p:nvSpPr>
        <p:spPr>
          <a:xfrm>
            <a:off x="457200" y="1600200"/>
            <a:ext cx="7467600" cy="48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861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Char char="◂"/>
              <a:defRPr/>
            </a:lvl1pPr>
            <a:lvl2pPr indent="-32004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◂"/>
              <a:defRPr/>
            </a:lvl2pPr>
            <a:lvl3pPr indent="-29718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◂"/>
              <a:defRPr/>
            </a:lvl3pPr>
            <a:lvl4pPr indent="-29718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◂"/>
              <a:defRPr/>
            </a:lvl4pPr>
            <a:lvl5pPr indent="-306323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24"/>
              <a:buChar char="○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6pPr>
            <a:lvl7pPr indent="-297179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82" name="Google Shape;682;p41"/>
          <p:cNvSpPr txBox="1"/>
          <p:nvPr>
            <p:ph idx="10" type="dt"/>
          </p:nvPr>
        </p:nvSpPr>
        <p:spPr>
          <a:xfrm rot="5400000">
            <a:off x="7588913" y="1081888"/>
            <a:ext cx="20115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83" name="Google Shape;683;p41"/>
          <p:cNvSpPr txBox="1"/>
          <p:nvPr>
            <p:ph idx="12" type="sldNum"/>
          </p:nvPr>
        </p:nvSpPr>
        <p:spPr>
          <a:xfrm>
            <a:off x="8129588" y="5734050"/>
            <a:ext cx="6096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684" name="Google Shape;684;p41"/>
          <p:cNvSpPr txBox="1"/>
          <p:nvPr>
            <p:ph idx="11" type="ftr"/>
          </p:nvPr>
        </p:nvSpPr>
        <p:spPr>
          <a:xfrm rot="5400000">
            <a:off x="6989776" y="3736988"/>
            <a:ext cx="3200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 1" showMasterSp="0">
  <p:cSld name="TITLE_3"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42"/>
          <p:cNvSpPr/>
          <p:nvPr/>
        </p:nvSpPr>
        <p:spPr>
          <a:xfrm>
            <a:off x="381000" y="0"/>
            <a:ext cx="609600" cy="6858000"/>
          </a:xfrm>
          <a:prstGeom prst="rect">
            <a:avLst/>
          </a:prstGeom>
          <a:solidFill>
            <a:srgbClr val="FEC2AC">
              <a:alpha val="5333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687" name="Google Shape;687;p42"/>
          <p:cNvSpPr/>
          <p:nvPr/>
        </p:nvSpPr>
        <p:spPr>
          <a:xfrm>
            <a:off x="276225" y="0"/>
            <a:ext cx="104700" cy="6858000"/>
          </a:xfrm>
          <a:prstGeom prst="rect">
            <a:avLst/>
          </a:prstGeom>
          <a:solidFill>
            <a:srgbClr val="FFD8CC">
              <a:alpha val="35294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688" name="Google Shape;688;p42"/>
          <p:cNvSpPr/>
          <p:nvPr/>
        </p:nvSpPr>
        <p:spPr>
          <a:xfrm>
            <a:off x="990600" y="0"/>
            <a:ext cx="182700" cy="6858000"/>
          </a:xfrm>
          <a:prstGeom prst="rect">
            <a:avLst/>
          </a:prstGeom>
          <a:solidFill>
            <a:srgbClr val="FFD8CC">
              <a:alpha val="6901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689" name="Google Shape;689;p42"/>
          <p:cNvSpPr/>
          <p:nvPr/>
        </p:nvSpPr>
        <p:spPr>
          <a:xfrm>
            <a:off x="1141413" y="0"/>
            <a:ext cx="230100" cy="6858000"/>
          </a:xfrm>
          <a:prstGeom prst="rect">
            <a:avLst/>
          </a:prstGeom>
          <a:solidFill>
            <a:srgbClr val="FFEDE7">
              <a:alpha val="7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690" name="Google Shape;690;p42"/>
          <p:cNvCxnSpPr/>
          <p:nvPr/>
        </p:nvCxnSpPr>
        <p:spPr>
          <a:xfrm>
            <a:off x="106363" y="0"/>
            <a:ext cx="0" cy="6858000"/>
          </a:xfrm>
          <a:prstGeom prst="straightConnector1">
            <a:avLst/>
          </a:prstGeom>
          <a:noFill/>
          <a:ln cap="flat" cmpd="sng" w="57150">
            <a:solidFill>
              <a:srgbClr val="FEC2AC">
                <a:alpha val="7215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91" name="Google Shape;691;p42"/>
          <p:cNvCxnSpPr/>
          <p:nvPr/>
        </p:nvCxnSpPr>
        <p:spPr>
          <a:xfrm>
            <a:off x="914400" y="0"/>
            <a:ext cx="0" cy="6858000"/>
          </a:xfrm>
          <a:prstGeom prst="straightConnector1">
            <a:avLst/>
          </a:prstGeom>
          <a:noFill/>
          <a:ln cap="flat" cmpd="sng" w="57150">
            <a:solidFill>
              <a:srgbClr val="FFEDE7">
                <a:alpha val="82352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92" name="Google Shape;692;p42"/>
          <p:cNvCxnSpPr/>
          <p:nvPr/>
        </p:nvCxnSpPr>
        <p:spPr>
          <a:xfrm>
            <a:off x="854075" y="0"/>
            <a:ext cx="0" cy="6858000"/>
          </a:xfrm>
          <a:prstGeom prst="straightConnector1">
            <a:avLst/>
          </a:prstGeom>
          <a:noFill/>
          <a:ln cap="flat" cmpd="sng" w="57150">
            <a:solidFill>
              <a:srgbClr val="FEC2A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93" name="Google Shape;693;p42"/>
          <p:cNvCxnSpPr/>
          <p:nvPr/>
        </p:nvCxnSpPr>
        <p:spPr>
          <a:xfrm>
            <a:off x="1727200" y="0"/>
            <a:ext cx="0" cy="6858000"/>
          </a:xfrm>
          <a:prstGeom prst="straightConnector1">
            <a:avLst/>
          </a:prstGeom>
          <a:noFill/>
          <a:ln cap="flat" cmpd="sng" w="28575">
            <a:solidFill>
              <a:srgbClr val="FEC2AC">
                <a:alpha val="8117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94" name="Google Shape;694;p42"/>
          <p:cNvCxnSpPr/>
          <p:nvPr/>
        </p:nvCxnSpPr>
        <p:spPr>
          <a:xfrm>
            <a:off x="10668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EC2A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95" name="Google Shape;695;p42"/>
          <p:cNvCxnSpPr/>
          <p:nvPr/>
        </p:nvCxnSpPr>
        <p:spPr>
          <a:xfrm>
            <a:off x="9113838" y="0"/>
            <a:ext cx="0" cy="6858000"/>
          </a:xfrm>
          <a:prstGeom prst="straightConnector1">
            <a:avLst/>
          </a:prstGeom>
          <a:noFill/>
          <a:ln cap="flat" cmpd="thickThin" w="57150">
            <a:solidFill>
              <a:srgbClr val="FEC2A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96" name="Google Shape;696;p42"/>
          <p:cNvSpPr/>
          <p:nvPr/>
        </p:nvSpPr>
        <p:spPr>
          <a:xfrm>
            <a:off x="1219200" y="0"/>
            <a:ext cx="76200" cy="6858000"/>
          </a:xfrm>
          <a:prstGeom prst="rect">
            <a:avLst/>
          </a:prstGeom>
          <a:solidFill>
            <a:srgbClr val="FEC2AC">
              <a:alpha val="5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697" name="Google Shape;697;p42"/>
          <p:cNvSpPr/>
          <p:nvPr/>
        </p:nvSpPr>
        <p:spPr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698" name="Google Shape;698;p42"/>
          <p:cNvSpPr/>
          <p:nvPr/>
        </p:nvSpPr>
        <p:spPr>
          <a:xfrm>
            <a:off x="1309688" y="4867275"/>
            <a:ext cx="641400" cy="641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699" name="Google Shape;699;p42"/>
          <p:cNvSpPr/>
          <p:nvPr/>
        </p:nvSpPr>
        <p:spPr>
          <a:xfrm>
            <a:off x="1090613" y="5500688"/>
            <a:ext cx="138000" cy="1365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700" name="Google Shape;700;p42"/>
          <p:cNvSpPr/>
          <p:nvPr/>
        </p:nvSpPr>
        <p:spPr>
          <a:xfrm>
            <a:off x="1663700" y="5788025"/>
            <a:ext cx="274500" cy="2745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701" name="Google Shape;701;p42"/>
          <p:cNvSpPr/>
          <p:nvPr/>
        </p:nvSpPr>
        <p:spPr>
          <a:xfrm>
            <a:off x="1905000" y="4495800"/>
            <a:ext cx="365100" cy="365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702" name="Google Shape;702;p42"/>
          <p:cNvSpPr txBox="1"/>
          <p:nvPr>
            <p:ph type="ctrTitle"/>
          </p:nvPr>
        </p:nvSpPr>
        <p:spPr>
          <a:xfrm>
            <a:off x="2286000" y="3124200"/>
            <a:ext cx="6172200" cy="1894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703" name="Google Shape;703;p42"/>
          <p:cNvSpPr txBox="1"/>
          <p:nvPr>
            <p:ph idx="1" type="subTitle"/>
          </p:nvPr>
        </p:nvSpPr>
        <p:spPr>
          <a:xfrm>
            <a:off x="2286000" y="5003322"/>
            <a:ext cx="6172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None/>
              <a:defRPr b="1" sz="18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None/>
              <a:defRPr/>
            </a:lvl3pPr>
            <a:lvl4pPr lvl="3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None/>
              <a:defRPr/>
            </a:lvl4pPr>
            <a:lvl5pPr lvl="4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24"/>
              <a:buNone/>
              <a:defRPr/>
            </a:lvl5pPr>
            <a:lvl6pPr lvl="5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None/>
              <a:defRPr/>
            </a:lvl7pPr>
            <a:lvl8pPr lvl="7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704" name="Google Shape;704;p42"/>
          <p:cNvSpPr txBox="1"/>
          <p:nvPr>
            <p:ph idx="10" type="dt"/>
          </p:nvPr>
        </p:nvSpPr>
        <p:spPr>
          <a:xfrm rot="5400000">
            <a:off x="7764463" y="1174750"/>
            <a:ext cx="2286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05" name="Google Shape;705;p42"/>
          <p:cNvSpPr txBox="1"/>
          <p:nvPr>
            <p:ph idx="11" type="ftr"/>
          </p:nvPr>
        </p:nvSpPr>
        <p:spPr>
          <a:xfrm rot="5400000">
            <a:off x="7077013" y="4181413"/>
            <a:ext cx="36576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06" name="Google Shape;706;p42"/>
          <p:cNvSpPr txBox="1"/>
          <p:nvPr>
            <p:ph idx="12" type="sldNum"/>
          </p:nvPr>
        </p:nvSpPr>
        <p:spPr>
          <a:xfrm>
            <a:off x="1325563" y="4929188"/>
            <a:ext cx="609600" cy="51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4"/>
          <p:cNvSpPr txBox="1"/>
          <p:nvPr>
            <p:ph type="title"/>
          </p:nvPr>
        </p:nvSpPr>
        <p:spPr>
          <a:xfrm>
            <a:off x="1320025" y="1155367"/>
            <a:ext cx="6455700" cy="8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400"/>
              <a:buFont typeface="Montserrat"/>
              <a:buNone/>
              <a:defRPr b="1" i="0" sz="2400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400"/>
              <a:buFont typeface="Montserrat ExtraBold"/>
              <a:buNone/>
              <a:defRPr b="0" i="0" sz="2400" u="none" cap="none" strike="noStrike">
                <a:solidFill>
                  <a:srgbClr val="22222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400"/>
              <a:buFont typeface="Montserrat ExtraBold"/>
              <a:buNone/>
              <a:defRPr b="0" i="0" sz="2400" u="none" cap="none" strike="noStrike">
                <a:solidFill>
                  <a:srgbClr val="22222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400"/>
              <a:buFont typeface="Montserrat ExtraBold"/>
              <a:buNone/>
              <a:defRPr b="0" i="0" sz="2400" u="none" cap="none" strike="noStrike">
                <a:solidFill>
                  <a:srgbClr val="22222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400"/>
              <a:buFont typeface="Montserrat ExtraBold"/>
              <a:buNone/>
              <a:defRPr b="0" i="0" sz="2400" u="none" cap="none" strike="noStrike">
                <a:solidFill>
                  <a:srgbClr val="22222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400"/>
              <a:buFont typeface="Montserrat ExtraBold"/>
              <a:buNone/>
              <a:defRPr b="0" i="0" sz="2400" u="none" cap="none" strike="noStrike">
                <a:solidFill>
                  <a:srgbClr val="22222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400"/>
              <a:buFont typeface="Montserrat ExtraBold"/>
              <a:buNone/>
              <a:defRPr b="0" i="0" sz="2400" u="none" cap="none" strike="noStrike">
                <a:solidFill>
                  <a:srgbClr val="22222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400"/>
              <a:buFont typeface="Montserrat ExtraBold"/>
              <a:buNone/>
              <a:defRPr b="0" i="0" sz="2400" u="none" cap="none" strike="noStrike">
                <a:solidFill>
                  <a:srgbClr val="22222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400"/>
              <a:buFont typeface="Montserrat ExtraBold"/>
              <a:buNone/>
              <a:defRPr b="0" i="0" sz="2400" u="none" cap="none" strike="noStrike">
                <a:solidFill>
                  <a:srgbClr val="22222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/>
        </p:txBody>
      </p:sp>
      <p:sp>
        <p:nvSpPr>
          <p:cNvPr id="11" name="Google Shape;11;p24"/>
          <p:cNvSpPr txBox="1"/>
          <p:nvPr>
            <p:ph idx="1" type="body"/>
          </p:nvPr>
        </p:nvSpPr>
        <p:spPr>
          <a:xfrm>
            <a:off x="1320025" y="2151031"/>
            <a:ext cx="6455700" cy="38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683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C800"/>
              </a:buClr>
              <a:buSzPts val="2200"/>
              <a:buFont typeface="Montserrat Light"/>
              <a:buChar char="◂"/>
              <a:defRPr b="0" i="0" sz="2200" u="none" cap="none" strike="noStrike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3683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800"/>
              </a:buClr>
              <a:buSzPts val="2200"/>
              <a:buFont typeface="Montserrat Light"/>
              <a:buChar char="◂"/>
              <a:defRPr b="0" i="0" sz="2200" u="none" cap="none" strike="noStrike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683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800"/>
              </a:buClr>
              <a:buSzPts val="2200"/>
              <a:buFont typeface="Montserrat Light"/>
              <a:buChar char="◂"/>
              <a:defRPr b="0" i="0" sz="2200" u="none" cap="none" strike="noStrike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683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800"/>
              </a:buClr>
              <a:buSzPts val="2200"/>
              <a:buFont typeface="Montserrat Light"/>
              <a:buChar char="◂"/>
              <a:defRPr b="0" i="0" sz="2200" u="none" cap="none" strike="noStrike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683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200"/>
              <a:buFont typeface="Montserrat Light"/>
              <a:buChar char="○"/>
              <a:defRPr b="0" i="0" sz="2200" u="none" cap="none" strike="noStrike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683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200"/>
              <a:buFont typeface="Montserrat Light"/>
              <a:buChar char="■"/>
              <a:defRPr b="0" i="0" sz="2200" u="none" cap="none" strike="noStrike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683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200"/>
              <a:buFont typeface="Montserrat Light"/>
              <a:buChar char="●"/>
              <a:defRPr b="0" i="0" sz="2200" u="none" cap="none" strike="noStrike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683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200"/>
              <a:buFont typeface="Montserrat Light"/>
              <a:buChar char="○"/>
              <a:defRPr b="0" i="0" sz="2200" u="none" cap="none" strike="noStrike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683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200"/>
              <a:buFont typeface="Montserrat Light"/>
              <a:buChar char="■"/>
              <a:defRPr b="0" i="0" sz="2200" u="none" cap="none" strike="noStrike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12" name="Google Shape;12;p24"/>
          <p:cNvSpPr txBox="1"/>
          <p:nvPr>
            <p:ph idx="12" type="sldNum"/>
          </p:nvPr>
        </p:nvSpPr>
        <p:spPr>
          <a:xfrm>
            <a:off x="8556784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transition>
    <p:fade thruBlk="1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1"/>
          <p:cNvSpPr txBox="1"/>
          <p:nvPr>
            <p:ph idx="4294967295" type="body"/>
          </p:nvPr>
        </p:nvSpPr>
        <p:spPr>
          <a:xfrm>
            <a:off x="2555875" y="4581525"/>
            <a:ext cx="5472113" cy="2016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80"/>
              <a:buFont typeface="Noto Sans Symbols"/>
              <a:buNone/>
            </a:pPr>
            <a:r>
              <a:rPr lang="es-ES" sz="5400">
                <a:solidFill>
                  <a:srgbClr val="E65C0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Clase 2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780"/>
              <a:buFont typeface="Noto Sans Symbols"/>
              <a:buNone/>
            </a:pPr>
            <a:r>
              <a:rPr lang="es-ES" sz="5400">
                <a:solidFill>
                  <a:srgbClr val="E65C0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Recursión</a:t>
            </a:r>
            <a:endParaRPr/>
          </a:p>
        </p:txBody>
      </p:sp>
      <p:pic>
        <p:nvPicPr>
          <p:cNvPr id="712" name="Google Shape;71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22550" y="-18700"/>
            <a:ext cx="3445250" cy="5359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2"/>
          <p:cNvSpPr txBox="1"/>
          <p:nvPr>
            <p:ph type="title"/>
          </p:nvPr>
        </p:nvSpPr>
        <p:spPr>
          <a:xfrm>
            <a:off x="0" y="0"/>
            <a:ext cx="9144000" cy="928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s-ES" sz="3600">
                <a:solidFill>
                  <a:srgbClr val="E65C01"/>
                </a:solidFill>
              </a:rPr>
              <a:t>Temas de la clase</a:t>
            </a:r>
            <a:endParaRPr/>
          </a:p>
        </p:txBody>
      </p:sp>
      <p:sp>
        <p:nvSpPr>
          <p:cNvPr id="718" name="Google Shape;718;p2"/>
          <p:cNvSpPr/>
          <p:nvPr/>
        </p:nvSpPr>
        <p:spPr>
          <a:xfrm>
            <a:off x="741375" y="1828800"/>
            <a:ext cx="81009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93D00"/>
              </a:buClr>
              <a:buSzPts val="3200"/>
              <a:buFont typeface="Calibri"/>
              <a:buAutoNum type="arabicPeriod"/>
            </a:pPr>
            <a:r>
              <a:rPr b="0" i="0" lang="es-ES" sz="32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Recursión. Definición y características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35000"/>
              </a:lnSpc>
              <a:spcBef>
                <a:spcPts val="1560"/>
              </a:spcBef>
              <a:spcAft>
                <a:spcPts val="0"/>
              </a:spcAft>
              <a:buClr>
                <a:srgbClr val="993D00"/>
              </a:buClr>
              <a:buSzPts val="3200"/>
              <a:buFont typeface="Calibri"/>
              <a:buAutoNum type="arabicPeriod"/>
            </a:pPr>
            <a:r>
              <a:rPr b="0" i="0" lang="es-ES" sz="32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Ejemplos de Recursión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35000"/>
              </a:lnSpc>
              <a:spcBef>
                <a:spcPts val="1560"/>
              </a:spcBef>
              <a:spcAft>
                <a:spcPts val="0"/>
              </a:spcAft>
              <a:buClr>
                <a:srgbClr val="993D00"/>
              </a:buClr>
              <a:buSzPts val="3200"/>
              <a:buFont typeface="Calibri"/>
              <a:buAutoNum type="arabicPeriod"/>
            </a:pPr>
            <a:r>
              <a:rPr b="0" i="0" lang="es-ES" sz="32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Método de búsqueda dicotómica en vectores. Una aplicación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3"/>
          <p:cNvSpPr txBox="1"/>
          <p:nvPr>
            <p:ph idx="4294967295" type="title"/>
          </p:nvPr>
        </p:nvSpPr>
        <p:spPr>
          <a:xfrm>
            <a:off x="970763" y="234938"/>
            <a:ext cx="7467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s-ES" sz="3240">
                <a:solidFill>
                  <a:srgbClr val="000000"/>
                </a:solidFill>
              </a:rPr>
              <a:t>Motivación</a:t>
            </a:r>
            <a:br>
              <a:rPr lang="es-ES" sz="3240">
                <a:solidFill>
                  <a:srgbClr val="000000"/>
                </a:solidFill>
              </a:rPr>
            </a:br>
            <a:r>
              <a:rPr lang="es-ES" sz="3240">
                <a:solidFill>
                  <a:srgbClr val="000000"/>
                </a:solidFill>
              </a:rPr>
              <a:t>Búsqueda dicotómica</a:t>
            </a:r>
            <a:endParaRPr>
              <a:solidFill>
                <a:srgbClr val="000000"/>
              </a:solidFill>
            </a:endParaRPr>
          </a:p>
        </p:txBody>
      </p:sp>
      <p:graphicFrame>
        <p:nvGraphicFramePr>
          <p:cNvPr id="724" name="Google Shape;724;p3"/>
          <p:cNvGraphicFramePr/>
          <p:nvPr/>
        </p:nvGraphicFramePr>
        <p:xfrm>
          <a:off x="719138" y="28162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{7E078A88-3A0E-4DBB-A465-140102817D6C}</a:tableStyleId>
              </a:tblPr>
              <a:tblGrid>
                <a:gridCol w="873475"/>
                <a:gridCol w="873475"/>
                <a:gridCol w="873475"/>
                <a:gridCol w="873475"/>
                <a:gridCol w="873475"/>
                <a:gridCol w="873475"/>
                <a:gridCol w="873475"/>
                <a:gridCol w="873475"/>
                <a:gridCol w="873475"/>
              </a:tblGrid>
              <a:tr h="950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0" lang="es-ES" sz="2800" u="none" cap="none" strike="noStrike"/>
                        <a:t>10</a:t>
                      </a:r>
                      <a:endParaRPr sz="1400" u="none" cap="none" strike="noStrike"/>
                    </a:p>
                  </a:txBody>
                  <a:tcPr marT="45750" marB="45750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0" lang="es-ES" sz="2800" u="none" cap="none" strike="noStrike"/>
                        <a:t>34</a:t>
                      </a:r>
                      <a:endParaRPr sz="1400" u="none" cap="none" strike="noStrike"/>
                    </a:p>
                  </a:txBody>
                  <a:tcPr marT="45750" marB="45750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0" lang="es-ES" sz="2800" u="none" cap="none" strike="noStrike"/>
                        <a:t>56</a:t>
                      </a:r>
                      <a:endParaRPr sz="1400" u="none" cap="none" strike="noStrike"/>
                    </a:p>
                  </a:txBody>
                  <a:tcPr marT="45750" marB="45750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0" lang="es-ES" sz="2800" u="none" cap="none" strike="noStrike"/>
                        <a:t>123</a:t>
                      </a:r>
                      <a:endParaRPr sz="1400" u="none" cap="none" strike="noStrike"/>
                    </a:p>
                  </a:txBody>
                  <a:tcPr marT="45750" marB="45750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0" lang="es-ES" sz="2800" u="none" cap="none" strike="noStrike"/>
                        <a:t>234</a:t>
                      </a:r>
                      <a:endParaRPr sz="1400" u="none" cap="none" strike="noStrike"/>
                    </a:p>
                  </a:txBody>
                  <a:tcPr marT="45750" marB="45750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0" lang="es-ES" sz="2800" u="none" cap="none" strike="noStrike"/>
                        <a:t>265</a:t>
                      </a:r>
                      <a:endParaRPr sz="1400" u="none" cap="none" strike="noStrike"/>
                    </a:p>
                  </a:txBody>
                  <a:tcPr marT="45750" marB="45750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0" lang="es-ES" sz="2800" u="none" cap="none" strike="noStrike"/>
                        <a:t>397</a:t>
                      </a:r>
                      <a:endParaRPr sz="1400" u="none" cap="none" strike="noStrike"/>
                    </a:p>
                  </a:txBody>
                  <a:tcPr marT="45750" marB="45750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0" lang="es-ES" sz="2800" u="none" cap="none" strike="noStrike"/>
                        <a:t>400</a:t>
                      </a:r>
                      <a:endParaRPr sz="1400" u="none" cap="none" strike="noStrike"/>
                    </a:p>
                  </a:txBody>
                  <a:tcPr marT="45750" marB="45750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0" lang="es-ES" sz="2800" u="none" cap="none" strike="noStrike"/>
                        <a:t>405</a:t>
                      </a:r>
                      <a:endParaRPr b="0" sz="1800" u="none" cap="none" strike="noStrike"/>
                    </a:p>
                  </a:txBody>
                  <a:tcPr marT="45750" marB="45750" marR="91450" marL="91450" anchor="ctr"/>
                </a:tc>
              </a:tr>
            </a:tbl>
          </a:graphicData>
        </a:graphic>
      </p:graphicFrame>
      <p:sp>
        <p:nvSpPr>
          <p:cNvPr id="725" name="Google Shape;725;p3"/>
          <p:cNvSpPr txBox="1"/>
          <p:nvPr/>
        </p:nvSpPr>
        <p:spPr>
          <a:xfrm rot="-379729">
            <a:off x="1848966" y="1582902"/>
            <a:ext cx="2169019" cy="399939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s-ES" sz="2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Busco el 56 </a:t>
            </a:r>
            <a:endParaRPr b="1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6" name="Google Shape;726;p3"/>
          <p:cNvSpPr txBox="1"/>
          <p:nvPr/>
        </p:nvSpPr>
        <p:spPr>
          <a:xfrm>
            <a:off x="4211638" y="4149725"/>
            <a:ext cx="84613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medio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27" name="Google Shape;727;p3"/>
          <p:cNvCxnSpPr>
            <a:stCxn id="726" idx="0"/>
          </p:cNvCxnSpPr>
          <p:nvPr/>
        </p:nvCxnSpPr>
        <p:spPr>
          <a:xfrm flipH="1" rot="10800000">
            <a:off x="4634707" y="3573425"/>
            <a:ext cx="7800" cy="5763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  <a:effectLst>
            <a:outerShdw blurRad="50800" rotWithShape="0" dir="5400000" dist="25000">
              <a:srgbClr val="000000">
                <a:alpha val="40000"/>
              </a:srgbClr>
            </a:outerShdw>
          </a:effectLst>
        </p:spPr>
      </p:cxnSp>
      <p:sp>
        <p:nvSpPr>
          <p:cNvPr id="728" name="Google Shape;728;p3"/>
          <p:cNvSpPr txBox="1"/>
          <p:nvPr/>
        </p:nvSpPr>
        <p:spPr>
          <a:xfrm rot="-324689">
            <a:off x="3106738" y="4521200"/>
            <a:ext cx="4721225" cy="461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ES" sz="2400" u="none" cap="none" strike="noStrike">
                <a:solidFill>
                  <a:srgbClr val="000090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¿Cómo es medio con respecto a 56?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9" name="Google Shape;729;p3"/>
          <p:cNvSpPr txBox="1"/>
          <p:nvPr/>
        </p:nvSpPr>
        <p:spPr>
          <a:xfrm>
            <a:off x="3802063" y="5005388"/>
            <a:ext cx="5307012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0"/>
              </a:buClr>
              <a:buSzPts val="2000"/>
              <a:buFont typeface="Calibri"/>
              <a:buAutoNum type="arabicPeriod"/>
            </a:pPr>
            <a:r>
              <a:rPr b="1" i="0" lang="es-ES" sz="2000" u="none" cap="none" strike="noStrike">
                <a:solidFill>
                  <a:srgbClr val="000090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Si es =  terminé!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0"/>
              </a:buClr>
              <a:buSzPts val="2000"/>
              <a:buFont typeface="Calibri"/>
              <a:buAutoNum type="arabicPeriod"/>
            </a:pPr>
            <a:r>
              <a:rPr b="1" i="0" lang="es-ES" sz="2000" u="none" cap="none" strike="noStrike">
                <a:solidFill>
                  <a:srgbClr val="000090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Si es &gt; sigo con la mitad inferior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0"/>
              </a:buClr>
              <a:buSzPts val="2000"/>
              <a:buFont typeface="Calibri"/>
              <a:buAutoNum type="arabicPeriod"/>
            </a:pPr>
            <a:r>
              <a:rPr b="1" i="0" lang="es-ES" sz="2000" u="none" cap="none" strike="noStrike">
                <a:solidFill>
                  <a:srgbClr val="000090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Si es &lt; sigo con la mitad superior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0" name="Google Shape;730;p3"/>
          <p:cNvSpPr txBox="1"/>
          <p:nvPr/>
        </p:nvSpPr>
        <p:spPr>
          <a:xfrm>
            <a:off x="1597025" y="4264025"/>
            <a:ext cx="846138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medio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31" name="Google Shape;731;p3"/>
          <p:cNvCxnSpPr>
            <a:stCxn id="730" idx="0"/>
          </p:cNvCxnSpPr>
          <p:nvPr/>
        </p:nvCxnSpPr>
        <p:spPr>
          <a:xfrm flipH="1" rot="10800000">
            <a:off x="2020094" y="3689225"/>
            <a:ext cx="7800" cy="5748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  <a:effectLst>
            <a:outerShdw blurRad="50800" rotWithShape="0" dir="5400000" dist="25000">
              <a:srgbClr val="000000">
                <a:alpha val="40000"/>
              </a:srgbClr>
            </a:outerShdw>
          </a:effectLst>
        </p:spPr>
      </p:cxnSp>
      <p:sp>
        <p:nvSpPr>
          <p:cNvPr id="732" name="Google Shape;732;p3"/>
          <p:cNvSpPr txBox="1"/>
          <p:nvPr/>
        </p:nvSpPr>
        <p:spPr>
          <a:xfrm rot="-324689">
            <a:off x="492125" y="4637088"/>
            <a:ext cx="4721225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ES" sz="2400" u="none" cap="none" strike="noStrike">
                <a:solidFill>
                  <a:srgbClr val="000090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¿Cómo es medio con respecto a 56?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3" name="Google Shape;733;p3"/>
          <p:cNvSpPr txBox="1"/>
          <p:nvPr/>
        </p:nvSpPr>
        <p:spPr>
          <a:xfrm>
            <a:off x="1187450" y="5121275"/>
            <a:ext cx="5307013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0"/>
              </a:buClr>
              <a:buSzPts val="2000"/>
              <a:buFont typeface="Calibri"/>
              <a:buAutoNum type="arabicPeriod"/>
            </a:pPr>
            <a:r>
              <a:rPr b="1" i="0" lang="es-ES" sz="2000" u="none" cap="none" strike="noStrike">
                <a:solidFill>
                  <a:srgbClr val="000090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Si es =  terminé!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0"/>
              </a:buClr>
              <a:buSzPts val="2000"/>
              <a:buFont typeface="Calibri"/>
              <a:buAutoNum type="arabicPeriod"/>
            </a:pPr>
            <a:r>
              <a:rPr b="1" i="0" lang="es-ES" sz="2000" u="none" cap="none" strike="noStrike">
                <a:solidFill>
                  <a:srgbClr val="000090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Si es &gt; sigo con la mitad inferior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0"/>
              </a:buClr>
              <a:buSzPts val="2000"/>
              <a:buFont typeface="Calibri"/>
              <a:buAutoNum type="arabicPeriod"/>
            </a:pPr>
            <a:r>
              <a:rPr b="1" i="0" lang="es-ES" sz="2000" u="none" cap="none" strike="noStrike">
                <a:solidFill>
                  <a:srgbClr val="000090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Si es &lt; sigo con la mitad superior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4" name="Google Shape;734;p3"/>
          <p:cNvSpPr/>
          <p:nvPr/>
        </p:nvSpPr>
        <p:spPr>
          <a:xfrm>
            <a:off x="4211638" y="2420938"/>
            <a:ext cx="4752975" cy="1620837"/>
          </a:xfrm>
          <a:prstGeom prst="rect">
            <a:avLst/>
          </a:prstGeom>
          <a:solidFill>
            <a:srgbClr val="6FA8DC"/>
          </a:solidFill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dir="5400000" dist="20000">
              <a:srgbClr val="000000">
                <a:alpha val="4117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735" name="Google Shape;735;p3"/>
          <p:cNvSpPr/>
          <p:nvPr/>
        </p:nvSpPr>
        <p:spPr>
          <a:xfrm>
            <a:off x="114300" y="2276475"/>
            <a:ext cx="2341563" cy="1620838"/>
          </a:xfrm>
          <a:prstGeom prst="rect">
            <a:avLst/>
          </a:prstGeom>
          <a:solidFill>
            <a:srgbClr val="6FA8DC"/>
          </a:solidFill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dir="5400000" dist="20000">
              <a:srgbClr val="000000">
                <a:alpha val="4117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736" name="Google Shape;736;p3"/>
          <p:cNvSpPr txBox="1"/>
          <p:nvPr/>
        </p:nvSpPr>
        <p:spPr>
          <a:xfrm>
            <a:off x="2462213" y="4229100"/>
            <a:ext cx="84613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medio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37" name="Google Shape;737;p3"/>
          <p:cNvCxnSpPr>
            <a:stCxn id="736" idx="0"/>
          </p:cNvCxnSpPr>
          <p:nvPr/>
        </p:nvCxnSpPr>
        <p:spPr>
          <a:xfrm flipH="1" rot="10800000">
            <a:off x="2885282" y="3652800"/>
            <a:ext cx="7800" cy="5763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  <a:effectLst>
            <a:outerShdw blurRad="50800" rotWithShape="0" dir="5400000" dist="25000">
              <a:srgbClr val="000000">
                <a:alpha val="40000"/>
              </a:srgbClr>
            </a:outerShdw>
          </a:effectLst>
        </p:spPr>
      </p:cxnSp>
      <p:sp>
        <p:nvSpPr>
          <p:cNvPr id="738" name="Google Shape;738;p3"/>
          <p:cNvSpPr txBox="1"/>
          <p:nvPr/>
        </p:nvSpPr>
        <p:spPr>
          <a:xfrm rot="-324689">
            <a:off x="1357313" y="4602163"/>
            <a:ext cx="4721225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ES" sz="2400" u="none" cap="none" strike="noStrike">
                <a:solidFill>
                  <a:srgbClr val="000090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¿Cómo es medio con respecto a 56?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9" name="Google Shape;739;p3"/>
          <p:cNvSpPr txBox="1"/>
          <p:nvPr/>
        </p:nvSpPr>
        <p:spPr>
          <a:xfrm>
            <a:off x="2051050" y="5084763"/>
            <a:ext cx="5307013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0"/>
              </a:buClr>
              <a:buSzPts val="2000"/>
              <a:buFont typeface="Calibri"/>
              <a:buAutoNum type="arabicPeriod"/>
            </a:pPr>
            <a:r>
              <a:rPr b="1" i="0" lang="es-ES" sz="2000" u="none" cap="none" strike="noStrike">
                <a:solidFill>
                  <a:srgbClr val="000090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Si es =  terminé!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0"/>
              </a:buClr>
              <a:buSzPts val="2000"/>
              <a:buFont typeface="Calibri"/>
              <a:buAutoNum type="arabicPeriod"/>
            </a:pPr>
            <a:r>
              <a:rPr b="1" i="0" lang="es-ES" sz="2000" u="none" cap="none" strike="noStrike">
                <a:solidFill>
                  <a:srgbClr val="000090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Si es &gt; sigo con la mitad inferior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0"/>
              </a:buClr>
              <a:buSzPts val="2000"/>
              <a:buFont typeface="Calibri"/>
              <a:buAutoNum type="arabicPeriod"/>
            </a:pPr>
            <a:r>
              <a:rPr b="1" i="0" lang="es-ES" sz="2000" u="none" cap="none" strike="noStrike">
                <a:solidFill>
                  <a:srgbClr val="000090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Si es &lt; sigo con la mitad superior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0" name="Google Shape;740;p3"/>
          <p:cNvSpPr txBox="1"/>
          <p:nvPr/>
        </p:nvSpPr>
        <p:spPr>
          <a:xfrm rot="-880960">
            <a:off x="3255963" y="4891088"/>
            <a:ext cx="2262187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ES" sz="2400" u="none" cap="none" strike="noStrike">
                <a:solidFill>
                  <a:srgbClr val="FF0000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Encontré el 56!!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1" name="Google Shape;741;p3"/>
          <p:cNvSpPr txBox="1"/>
          <p:nvPr>
            <p:ph idx="1" type="body"/>
          </p:nvPr>
        </p:nvSpPr>
        <p:spPr>
          <a:xfrm>
            <a:off x="2528350" y="2069533"/>
            <a:ext cx="5497800" cy="39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4"/>
          <p:cNvSpPr txBox="1"/>
          <p:nvPr>
            <p:ph idx="4294967295"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s-ES" sz="3200">
                <a:solidFill>
                  <a:srgbClr val="E65C01"/>
                </a:solidFill>
              </a:rPr>
              <a:t>Motivación</a:t>
            </a:r>
            <a:br>
              <a:rPr lang="es-ES" sz="3200">
                <a:solidFill>
                  <a:srgbClr val="E65C01"/>
                </a:solidFill>
              </a:rPr>
            </a:br>
            <a:r>
              <a:rPr lang="es-ES" sz="3200">
                <a:solidFill>
                  <a:srgbClr val="E65C01"/>
                </a:solidFill>
              </a:rPr>
              <a:t>Búsqueda dicotómica</a:t>
            </a:r>
            <a:endParaRPr/>
          </a:p>
        </p:txBody>
      </p:sp>
      <p:graphicFrame>
        <p:nvGraphicFramePr>
          <p:cNvPr id="747" name="Google Shape;747;p4"/>
          <p:cNvGraphicFramePr/>
          <p:nvPr/>
        </p:nvGraphicFramePr>
        <p:xfrm>
          <a:off x="719138" y="20605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{7E078A88-3A0E-4DBB-A465-140102817D6C}</a:tableStyleId>
              </a:tblPr>
              <a:tblGrid>
                <a:gridCol w="873475"/>
                <a:gridCol w="873475"/>
                <a:gridCol w="873475"/>
                <a:gridCol w="873475"/>
                <a:gridCol w="873475"/>
                <a:gridCol w="873475"/>
                <a:gridCol w="873475"/>
                <a:gridCol w="873475"/>
                <a:gridCol w="873475"/>
              </a:tblGrid>
              <a:tr h="950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0" lang="es-ES" sz="2800" u="none" cap="none" strike="noStrike"/>
                        <a:t>10</a:t>
                      </a:r>
                      <a:endParaRPr sz="1400" u="none" cap="none" strike="noStrike"/>
                    </a:p>
                  </a:txBody>
                  <a:tcPr marT="45750" marB="45750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0" lang="es-ES" sz="2800" u="none" cap="none" strike="noStrike"/>
                        <a:t>34</a:t>
                      </a:r>
                      <a:endParaRPr sz="1400" u="none" cap="none" strike="noStrike"/>
                    </a:p>
                  </a:txBody>
                  <a:tcPr marT="45750" marB="45750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0" lang="es-ES" sz="2800" u="none" cap="none" strike="noStrike"/>
                        <a:t>56</a:t>
                      </a:r>
                      <a:endParaRPr sz="1400" u="none" cap="none" strike="noStrike"/>
                    </a:p>
                  </a:txBody>
                  <a:tcPr marT="45750" marB="45750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0" lang="es-ES" sz="2800" u="none" cap="none" strike="noStrike"/>
                        <a:t>123</a:t>
                      </a:r>
                      <a:endParaRPr sz="1400" u="none" cap="none" strike="noStrike"/>
                    </a:p>
                  </a:txBody>
                  <a:tcPr marT="45750" marB="45750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0" lang="es-ES" sz="2800" u="none" cap="none" strike="noStrike"/>
                        <a:t>234</a:t>
                      </a:r>
                      <a:endParaRPr sz="1400" u="none" cap="none" strike="noStrike"/>
                    </a:p>
                  </a:txBody>
                  <a:tcPr marT="45750" marB="45750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0" lang="es-ES" sz="2800" u="none" cap="none" strike="noStrike"/>
                        <a:t>265</a:t>
                      </a:r>
                      <a:endParaRPr sz="1400" u="none" cap="none" strike="noStrike"/>
                    </a:p>
                  </a:txBody>
                  <a:tcPr marT="45750" marB="45750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0" lang="es-ES" sz="2800" u="none" cap="none" strike="noStrike"/>
                        <a:t>397</a:t>
                      </a:r>
                      <a:endParaRPr sz="1400" u="none" cap="none" strike="noStrike"/>
                    </a:p>
                  </a:txBody>
                  <a:tcPr marT="45750" marB="45750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0" lang="es-ES" sz="2800" u="none" cap="none" strike="noStrike"/>
                        <a:t>400</a:t>
                      </a:r>
                      <a:endParaRPr sz="1400" u="none" cap="none" strike="noStrike"/>
                    </a:p>
                  </a:txBody>
                  <a:tcPr marT="45750" marB="45750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0" lang="es-ES" sz="2800" u="none" cap="none" strike="noStrike"/>
                        <a:t>405</a:t>
                      </a:r>
                      <a:endParaRPr b="0" sz="1800" u="none" cap="none" strike="noStrike"/>
                    </a:p>
                  </a:txBody>
                  <a:tcPr marT="45750" marB="45750" marR="91450" marL="91450" anchor="ctr"/>
                </a:tc>
              </a:tr>
            </a:tbl>
          </a:graphicData>
        </a:graphic>
      </p:graphicFrame>
      <p:sp>
        <p:nvSpPr>
          <p:cNvPr id="748" name="Google Shape;748;p4"/>
          <p:cNvSpPr txBox="1"/>
          <p:nvPr/>
        </p:nvSpPr>
        <p:spPr>
          <a:xfrm>
            <a:off x="142875" y="3268663"/>
            <a:ext cx="8258175" cy="18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0" i="0" lang="es-ES" sz="28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Observemos que 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0" i="0" lang="es-ES" sz="28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1. La primera vez se trabaja con el vector completo para determinar el punto medio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49" name="Google Shape;749;p4"/>
          <p:cNvGrpSpPr/>
          <p:nvPr/>
        </p:nvGrpSpPr>
        <p:grpSpPr>
          <a:xfrm>
            <a:off x="142875" y="1881188"/>
            <a:ext cx="8821738" cy="3743325"/>
            <a:chOff x="142903" y="1880828"/>
            <a:chExt cx="8821710" cy="3743017"/>
          </a:xfrm>
        </p:grpSpPr>
        <p:sp>
          <p:nvSpPr>
            <p:cNvPr id="750" name="Google Shape;750;p4"/>
            <p:cNvSpPr/>
            <p:nvPr/>
          </p:nvSpPr>
          <p:spPr>
            <a:xfrm>
              <a:off x="4211653" y="1880828"/>
              <a:ext cx="4752960" cy="1620704"/>
            </a:xfrm>
            <a:prstGeom prst="rect">
              <a:avLst/>
            </a:prstGeom>
            <a:solidFill>
              <a:srgbClr val="6FA8DC"/>
            </a:solidFill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dir="5400000" dist="20000">
                <a:srgbClr val="000000">
                  <a:alpha val="41176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endParaRPr>
            </a:p>
          </p:txBody>
        </p:sp>
        <p:sp>
          <p:nvSpPr>
            <p:cNvPr id="751" name="Google Shape;751;p4"/>
            <p:cNvSpPr txBox="1"/>
            <p:nvPr/>
          </p:nvSpPr>
          <p:spPr>
            <a:xfrm>
              <a:off x="142903" y="5100013"/>
              <a:ext cx="8461348" cy="5238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800"/>
                <a:buFont typeface="Arial"/>
                <a:buNone/>
              </a:pPr>
              <a:r>
                <a:rPr b="0" i="0" lang="es-ES" sz="2800" u="none" cap="none" strike="noStrike">
                  <a:solidFill>
                    <a:srgbClr val="000000"/>
                  </a:solidFill>
                  <a:latin typeface="Century Schoolbook"/>
                  <a:ea typeface="Century Schoolbook"/>
                  <a:cs typeface="Century Schoolbook"/>
                  <a:sym typeface="Century Schoolbook"/>
                </a:rPr>
                <a:t>2. La siguiente vez, el vector se reduce a la mitad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52" name="Google Shape;752;p4"/>
          <p:cNvGrpSpPr/>
          <p:nvPr/>
        </p:nvGrpSpPr>
        <p:grpSpPr>
          <a:xfrm>
            <a:off x="144463" y="1665288"/>
            <a:ext cx="8604250" cy="4913312"/>
            <a:chOff x="640" y="1772816"/>
            <a:chExt cx="8603808" cy="4915552"/>
          </a:xfrm>
        </p:grpSpPr>
        <p:sp>
          <p:nvSpPr>
            <p:cNvPr id="753" name="Google Shape;753;p4"/>
            <p:cNvSpPr txBox="1"/>
            <p:nvPr/>
          </p:nvSpPr>
          <p:spPr>
            <a:xfrm>
              <a:off x="640" y="5733846"/>
              <a:ext cx="8603808" cy="9545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800"/>
                <a:buFont typeface="Arial"/>
                <a:buNone/>
              </a:pPr>
              <a:r>
                <a:rPr b="0" i="0" lang="es-ES" sz="2800" u="none" cap="none" strike="noStrike">
                  <a:solidFill>
                    <a:srgbClr val="000000"/>
                  </a:solidFill>
                  <a:latin typeface="Century Schoolbook"/>
                  <a:ea typeface="Century Schoolbook"/>
                  <a:cs typeface="Century Schoolbook"/>
                  <a:sym typeface="Century Schoolbook"/>
                </a:rPr>
                <a:t>3. La siguiente vez, el vector se reduce a la mitad de la mitad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4" name="Google Shape;754;p4"/>
            <p:cNvSpPr/>
            <p:nvPr/>
          </p:nvSpPr>
          <p:spPr>
            <a:xfrm>
              <a:off x="143508" y="1772816"/>
              <a:ext cx="2341442" cy="1621576"/>
            </a:xfrm>
            <a:prstGeom prst="rect">
              <a:avLst/>
            </a:prstGeom>
            <a:solidFill>
              <a:srgbClr val="6FA8DC"/>
            </a:solidFill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dir="5400000" dist="20000">
                <a:srgbClr val="000000">
                  <a:alpha val="41176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endParaRPr>
            </a:p>
          </p:txBody>
        </p:sp>
      </p:grpSp>
      <p:sp>
        <p:nvSpPr>
          <p:cNvPr id="755" name="Google Shape;755;p4"/>
          <p:cNvSpPr txBox="1"/>
          <p:nvPr/>
        </p:nvSpPr>
        <p:spPr>
          <a:xfrm rot="-880960">
            <a:off x="6256338" y="361950"/>
            <a:ext cx="144462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ES" sz="2000" u="none" cap="none" strike="noStrike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Medio??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6" name="Google Shape;756;p4"/>
          <p:cNvSpPr txBox="1"/>
          <p:nvPr/>
        </p:nvSpPr>
        <p:spPr>
          <a:xfrm rot="-880960">
            <a:off x="5722938" y="1012825"/>
            <a:ext cx="251142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ES" sz="2000" u="none" cap="none" strike="noStrike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Primera mitad??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7" name="Google Shape;757;p4"/>
          <p:cNvSpPr txBox="1"/>
          <p:nvPr/>
        </p:nvSpPr>
        <p:spPr>
          <a:xfrm rot="-880960">
            <a:off x="6605588" y="1300163"/>
            <a:ext cx="25527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ES" sz="2000" u="none" cap="none" strike="noStrike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Segunda mitad??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5"/>
          <p:cNvSpPr txBox="1"/>
          <p:nvPr>
            <p:ph idx="1" type="body"/>
          </p:nvPr>
        </p:nvSpPr>
        <p:spPr>
          <a:xfrm>
            <a:off x="674550" y="1155375"/>
            <a:ext cx="7645200" cy="5590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2000" lIns="92075" spcFirstLastPara="1" rIns="92075" wrap="square" tIns="72000">
            <a:no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Font typeface="Noto Sans Symbols"/>
              <a:buNone/>
            </a:pPr>
            <a:r>
              <a:rPr b="1" lang="es-ES" sz="2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Buscar</a:t>
            </a:r>
            <a:r>
              <a:rPr b="1" lang="es-ES" sz="2200">
                <a:solidFill>
                  <a:srgbClr val="33669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s-ES" sz="2200">
                <a:latin typeface="Calibri"/>
                <a:ea typeface="Calibri"/>
                <a:cs typeface="Calibri"/>
                <a:sym typeface="Calibri"/>
              </a:rPr>
              <a:t>(vector, datoABuscar)</a:t>
            </a:r>
            <a:endParaRPr sz="2200"/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80"/>
              <a:buFont typeface="Noto Sans Symbols"/>
              <a:buNone/>
            </a:pPr>
            <a:r>
              <a:rPr b="1" lang="es-ES" sz="2200">
                <a:latin typeface="Calibri"/>
                <a:ea typeface="Calibri"/>
                <a:cs typeface="Calibri"/>
                <a:sym typeface="Calibri"/>
              </a:rPr>
              <a:t>  Si</a:t>
            </a:r>
            <a:r>
              <a:rPr lang="es-ES" sz="2200">
                <a:latin typeface="Calibri"/>
                <a:ea typeface="Calibri"/>
                <a:cs typeface="Calibri"/>
                <a:sym typeface="Calibri"/>
              </a:rPr>
              <a:t> el vector “no tiene elementos”  </a:t>
            </a:r>
            <a:r>
              <a:rPr b="1" lang="es-ES" sz="2200">
                <a:latin typeface="Calibri"/>
                <a:ea typeface="Calibri"/>
                <a:cs typeface="Calibri"/>
                <a:sym typeface="Calibri"/>
              </a:rPr>
              <a:t>entonces</a:t>
            </a:r>
            <a:endParaRPr sz="2200"/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80"/>
              <a:buFont typeface="Noto Sans Symbols"/>
              <a:buNone/>
            </a:pPr>
            <a:r>
              <a:rPr lang="es-ES" sz="2200">
                <a:latin typeface="Calibri"/>
                <a:ea typeface="Calibri"/>
                <a:cs typeface="Calibri"/>
                <a:sym typeface="Calibri"/>
              </a:rPr>
              <a:t>    no lo encontré y termino la búsqueda</a:t>
            </a:r>
            <a:endParaRPr sz="2200"/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80"/>
              <a:buFont typeface="Noto Sans Symbols"/>
              <a:buNone/>
            </a:pPr>
            <a:r>
              <a:rPr lang="es-ES" sz="2200"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b="1" lang="es-ES" sz="2200">
                <a:latin typeface="Calibri"/>
                <a:ea typeface="Calibri"/>
                <a:cs typeface="Calibri"/>
                <a:sym typeface="Calibri"/>
              </a:rPr>
              <a:t>sino</a:t>
            </a:r>
            <a:endParaRPr sz="2200"/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80"/>
              <a:buFont typeface="Noto Sans Symbols"/>
              <a:buNone/>
            </a:pPr>
            <a:r>
              <a:rPr lang="es-ES" sz="2200">
                <a:latin typeface="Calibri"/>
                <a:ea typeface="Calibri"/>
                <a:cs typeface="Calibri"/>
                <a:sym typeface="Calibri"/>
              </a:rPr>
              <a:t>    Determinar el punto medio del vector</a:t>
            </a:r>
            <a:endParaRPr sz="2200"/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80"/>
              <a:buFont typeface="Noto Sans Symbols"/>
              <a:buNone/>
            </a:pPr>
            <a:r>
              <a:rPr lang="es-ES" sz="2200">
                <a:latin typeface="Calibri"/>
                <a:ea typeface="Calibri"/>
                <a:cs typeface="Calibri"/>
                <a:sym typeface="Calibri"/>
              </a:rPr>
              <a:t>    Comparar </a:t>
            </a:r>
            <a:r>
              <a:rPr b="1" lang="es-ES" sz="2200">
                <a:latin typeface="Calibri"/>
                <a:ea typeface="Calibri"/>
                <a:cs typeface="Calibri"/>
                <a:sym typeface="Calibri"/>
              </a:rPr>
              <a:t>datoABuscar</a:t>
            </a:r>
            <a:r>
              <a:rPr lang="es-ES" sz="2200">
                <a:latin typeface="Calibri"/>
                <a:ea typeface="Calibri"/>
                <a:cs typeface="Calibri"/>
                <a:sym typeface="Calibri"/>
              </a:rPr>
              <a:t> con el contenido del punto medio</a:t>
            </a:r>
            <a:endParaRPr sz="2200"/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80"/>
              <a:buFont typeface="Noto Sans Symbols"/>
              <a:buNone/>
            </a:pPr>
            <a:r>
              <a:rPr lang="es-ES" sz="2200"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b="1" lang="es-ES" sz="2200">
                <a:latin typeface="Calibri"/>
                <a:ea typeface="Calibri"/>
                <a:cs typeface="Calibri"/>
                <a:sym typeface="Calibri"/>
              </a:rPr>
              <a:t>Si</a:t>
            </a:r>
            <a:r>
              <a:rPr lang="es-ES" sz="2200">
                <a:latin typeface="Calibri"/>
                <a:ea typeface="Calibri"/>
                <a:cs typeface="Calibri"/>
                <a:sym typeface="Calibri"/>
              </a:rPr>
              <a:t> coincide </a:t>
            </a:r>
            <a:r>
              <a:rPr b="1" lang="es-ES" sz="2200">
                <a:latin typeface="Calibri"/>
                <a:ea typeface="Calibri"/>
                <a:cs typeface="Calibri"/>
                <a:sym typeface="Calibri"/>
              </a:rPr>
              <a:t>entonces</a:t>
            </a:r>
            <a:r>
              <a:rPr lang="es-ES" sz="2200">
                <a:latin typeface="Calibri"/>
                <a:ea typeface="Calibri"/>
                <a:cs typeface="Calibri"/>
                <a:sym typeface="Calibri"/>
              </a:rPr>
              <a:t> “Lo encontré”</a:t>
            </a:r>
            <a:endParaRPr sz="2200"/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80"/>
              <a:buFont typeface="Noto Sans Symbols"/>
              <a:buNone/>
            </a:pPr>
            <a:r>
              <a:rPr lang="es-ES" sz="2200"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b="1" lang="es-ES" sz="2200">
                <a:latin typeface="Calibri"/>
                <a:ea typeface="Calibri"/>
                <a:cs typeface="Calibri"/>
                <a:sym typeface="Calibri"/>
              </a:rPr>
              <a:t>sino </a:t>
            </a:r>
            <a:endParaRPr sz="2200"/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80"/>
              <a:buFont typeface="Noto Sans Symbols"/>
              <a:buNone/>
            </a:pPr>
            <a:r>
              <a:rPr lang="es-ES" sz="2200">
                <a:latin typeface="Calibri"/>
                <a:ea typeface="Calibri"/>
                <a:cs typeface="Calibri"/>
                <a:sym typeface="Calibri"/>
              </a:rPr>
              <a:t>      </a:t>
            </a:r>
            <a:r>
              <a:rPr b="1" lang="es-ES" sz="2200">
                <a:latin typeface="Calibri"/>
                <a:ea typeface="Calibri"/>
                <a:cs typeface="Calibri"/>
                <a:sym typeface="Calibri"/>
              </a:rPr>
              <a:t>Si</a:t>
            </a:r>
            <a:r>
              <a:rPr lang="es-ES" sz="220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s-ES" sz="2200">
                <a:latin typeface="Calibri"/>
                <a:ea typeface="Calibri"/>
                <a:cs typeface="Calibri"/>
                <a:sym typeface="Calibri"/>
              </a:rPr>
              <a:t>datoABuscar</a:t>
            </a:r>
            <a:r>
              <a:rPr lang="es-ES" sz="2200">
                <a:latin typeface="Calibri"/>
                <a:ea typeface="Calibri"/>
                <a:cs typeface="Calibri"/>
                <a:sym typeface="Calibri"/>
              </a:rPr>
              <a:t> &lt; contenido del punto medio </a:t>
            </a:r>
            <a:r>
              <a:rPr b="1" lang="es-ES" sz="2200">
                <a:latin typeface="Calibri"/>
                <a:ea typeface="Calibri"/>
                <a:cs typeface="Calibri"/>
                <a:sym typeface="Calibri"/>
              </a:rPr>
              <a:t>entonces</a:t>
            </a:r>
            <a:r>
              <a:rPr lang="es-ES" sz="2200">
                <a:latin typeface="Calibri"/>
                <a:ea typeface="Calibri"/>
                <a:cs typeface="Calibri"/>
                <a:sym typeface="Calibri"/>
              </a:rPr>
              <a:t>      </a:t>
            </a:r>
            <a:endParaRPr sz="2200"/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80"/>
              <a:buFont typeface="Noto Sans Symbols"/>
              <a:buNone/>
            </a:pPr>
            <a:r>
              <a:rPr lang="es-ES" sz="2200">
                <a:latin typeface="Calibri"/>
                <a:ea typeface="Calibri"/>
                <a:cs typeface="Calibri"/>
                <a:sym typeface="Calibri"/>
              </a:rPr>
              <a:t>         </a:t>
            </a:r>
            <a:r>
              <a:rPr b="1" lang="es-ES" sz="2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Buscar</a:t>
            </a:r>
            <a:r>
              <a:rPr lang="es-ES" sz="2200">
                <a:solidFill>
                  <a:srgbClr val="33669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s-ES" sz="2200">
                <a:latin typeface="Calibri"/>
                <a:ea typeface="Calibri"/>
                <a:cs typeface="Calibri"/>
                <a:sym typeface="Calibri"/>
              </a:rPr>
              <a:t>(en la 1era mitad del vector, datoABuscar) </a:t>
            </a:r>
            <a:endParaRPr sz="2200"/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80"/>
              <a:buFont typeface="Noto Sans Symbols"/>
              <a:buNone/>
            </a:pPr>
            <a:r>
              <a:rPr lang="es-ES" sz="2200">
                <a:latin typeface="Calibri"/>
                <a:ea typeface="Calibri"/>
                <a:cs typeface="Calibri"/>
                <a:sym typeface="Calibri"/>
              </a:rPr>
              <a:t>	  </a:t>
            </a:r>
            <a:r>
              <a:rPr b="1" lang="es-ES" sz="2200">
                <a:latin typeface="Calibri"/>
                <a:ea typeface="Calibri"/>
                <a:cs typeface="Calibri"/>
                <a:sym typeface="Calibri"/>
              </a:rPr>
              <a:t>sino</a:t>
            </a:r>
            <a:endParaRPr sz="2200"/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80"/>
              <a:buFont typeface="Noto Sans Symbols"/>
              <a:buNone/>
            </a:pPr>
            <a:r>
              <a:rPr lang="es-ES" sz="2200">
                <a:solidFill>
                  <a:srgbClr val="336699"/>
                </a:solidFill>
                <a:latin typeface="Calibri"/>
                <a:ea typeface="Calibri"/>
                <a:cs typeface="Calibri"/>
                <a:sym typeface="Calibri"/>
              </a:rPr>
              <a:t>         </a:t>
            </a:r>
            <a:r>
              <a:rPr b="1" lang="es-ES" sz="2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Buscar</a:t>
            </a:r>
            <a:r>
              <a:rPr lang="es-ES" sz="2200">
                <a:solidFill>
                  <a:srgbClr val="33669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s-ES" sz="2200">
                <a:latin typeface="Calibri"/>
                <a:ea typeface="Calibri"/>
                <a:cs typeface="Calibri"/>
                <a:sym typeface="Calibri"/>
              </a:rPr>
              <a:t>(en la 2da mitad del vector, datoABuscar)</a:t>
            </a:r>
            <a:endParaRPr sz="2200"/>
          </a:p>
        </p:txBody>
      </p:sp>
      <p:sp>
        <p:nvSpPr>
          <p:cNvPr id="763" name="Google Shape;763;p5"/>
          <p:cNvSpPr txBox="1"/>
          <p:nvPr/>
        </p:nvSpPr>
        <p:spPr>
          <a:xfrm>
            <a:off x="2522438" y="-12"/>
            <a:ext cx="7886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small" strike="noStrike">
                <a:solidFill>
                  <a:srgbClr val="E65C0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Motivación</a:t>
            </a:r>
            <a:br>
              <a:rPr b="0" i="0" lang="es-ES" sz="3200" u="none" cap="small" strike="noStrike">
                <a:solidFill>
                  <a:srgbClr val="E65C0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</a:br>
            <a:r>
              <a:rPr b="0" i="0" lang="es-ES" sz="3200" u="none" cap="small" strike="noStrike">
                <a:solidFill>
                  <a:srgbClr val="E65C0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Búsqueda dicotómica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6"/>
          <p:cNvSpPr/>
          <p:nvPr/>
        </p:nvSpPr>
        <p:spPr>
          <a:xfrm>
            <a:off x="395288" y="3105150"/>
            <a:ext cx="8316912" cy="4156075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s-ES" sz="24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Observaciones importantes de esta solución 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Calibri"/>
              <a:buAutoNum type="arabicParenR"/>
            </a:pPr>
            <a:r>
              <a:rPr b="0" i="0" lang="es-ES" sz="24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El módulo realiza invocaciones a si mismo. En cada llamada, el tamaño del vector se reduce a la mitad.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Calibri"/>
              <a:buAutoNum type="arabicParenR"/>
            </a:pPr>
            <a:r>
              <a:rPr b="0" i="0" lang="es-ES" sz="24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Existen 2 casos distintos que se resuelven de manera particular y directa: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		</a:t>
            </a:r>
            <a:r>
              <a:rPr b="0" i="1" lang="es-ES" sz="2400" u="none" cap="none" strike="noStrike">
                <a:solidFill>
                  <a:srgbClr val="C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a) Cuando el vector “no contiene elementos”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None/>
            </a:pPr>
            <a:r>
              <a:rPr b="0" i="1" lang="es-ES" sz="2400" u="none" cap="none" strike="noStrike">
                <a:solidFill>
                  <a:srgbClr val="C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		b) Cuando encuentro el datoABuscar	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None/>
            </a:pPr>
            <a:r>
              <a:t/>
            </a:r>
            <a:endParaRPr b="0" i="1" sz="2400" u="none" cap="none" strike="noStrike">
              <a:solidFill>
                <a:srgbClr val="595959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769" name="Google Shape;769;p6"/>
          <p:cNvSpPr txBox="1"/>
          <p:nvPr/>
        </p:nvSpPr>
        <p:spPr>
          <a:xfrm>
            <a:off x="690623" y="1423950"/>
            <a:ext cx="3300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small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Motivación</a:t>
            </a:r>
            <a:br>
              <a:rPr b="0" i="0" lang="es-ES" sz="3200" u="none" cap="small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</a:br>
            <a:r>
              <a:rPr b="0" i="0" lang="es-ES" sz="3200" u="none" cap="small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Búsqueda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small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dicotómica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0" name="Google Shape;770;p6"/>
          <p:cNvSpPr txBox="1"/>
          <p:nvPr/>
        </p:nvSpPr>
        <p:spPr>
          <a:xfrm>
            <a:off x="3887788" y="0"/>
            <a:ext cx="5114925" cy="31051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2000" lIns="92075" spcFirstLastPara="1" rIns="92075" wrap="square" tIns="72000">
            <a:noAutofit/>
          </a:bodyPr>
          <a:lstStyle/>
          <a:p>
            <a:pPr indent="-228600" lvl="0" marL="2286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100"/>
              <a:buFont typeface="Noto Sans Symbols"/>
              <a:buNone/>
            </a:pPr>
            <a:r>
              <a:rPr b="1" i="0" lang="es-ES" sz="1100" u="none" cap="none" strike="noStrike">
                <a:solidFill>
                  <a:srgbClr val="C00000"/>
                </a:solidFill>
                <a:latin typeface="Courier"/>
                <a:ea typeface="Courier"/>
                <a:cs typeface="Courier"/>
                <a:sym typeface="Courier"/>
              </a:rPr>
              <a:t>Buscar</a:t>
            </a:r>
            <a:r>
              <a:rPr b="1" i="0" lang="es-ES" sz="1100" u="none" cap="none" strike="noStrike">
                <a:solidFill>
                  <a:srgbClr val="336699"/>
                </a:solidFill>
                <a:latin typeface="Courier"/>
                <a:ea typeface="Courier"/>
                <a:cs typeface="Courier"/>
                <a:sym typeface="Courier"/>
              </a:rPr>
              <a:t> </a:t>
            </a:r>
            <a:r>
              <a:rPr b="1" i="0" lang="es-ES" sz="11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(vector, datoABuscar)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None/>
            </a:pPr>
            <a:r>
              <a:rPr b="1" i="0" lang="es-ES" sz="11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 Si</a:t>
            </a:r>
            <a:r>
              <a:rPr b="0" i="0" lang="es-ES" sz="11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el vector “no tiene elementos”  </a:t>
            </a:r>
            <a:r>
              <a:rPr b="1" i="0" lang="es-ES" sz="11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entonces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None/>
            </a:pPr>
            <a:r>
              <a:rPr b="0" i="0" lang="es-ES" sz="11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   no lo encontré y termino la búsqueda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None/>
            </a:pPr>
            <a:r>
              <a:rPr b="0" i="0" lang="es-ES" sz="11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 </a:t>
            </a:r>
            <a:r>
              <a:rPr b="1" i="0" lang="es-ES" sz="11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sino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None/>
            </a:pPr>
            <a:r>
              <a:rPr b="0" i="0" lang="es-ES" sz="11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   Determinar el punto medio del vector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None/>
            </a:pPr>
            <a:r>
              <a:rPr b="0" i="0" lang="es-ES" sz="11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   Comparar </a:t>
            </a:r>
            <a:r>
              <a:rPr b="1" i="0" lang="es-ES" sz="11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datoABuscar</a:t>
            </a:r>
            <a:r>
              <a:rPr b="0" i="0" lang="es-ES" sz="11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con el contenido del punto medio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None/>
            </a:pPr>
            <a:r>
              <a:rPr b="0" i="0" lang="es-ES" sz="11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   </a:t>
            </a:r>
            <a:r>
              <a:rPr b="1" i="0" lang="es-ES" sz="11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Si</a:t>
            </a:r>
            <a:r>
              <a:rPr b="0" i="0" lang="es-ES" sz="11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coincide </a:t>
            </a:r>
            <a:r>
              <a:rPr b="1" i="0" lang="es-ES" sz="11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entonces</a:t>
            </a:r>
            <a:r>
              <a:rPr b="0" i="0" lang="es-ES" sz="11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“Lo encontré”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None/>
            </a:pPr>
            <a:r>
              <a:rPr b="0" i="0" lang="es-ES" sz="11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   </a:t>
            </a:r>
            <a:r>
              <a:rPr b="1" i="0" lang="es-ES" sz="11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sino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None/>
            </a:pPr>
            <a:r>
              <a:rPr b="0" i="0" lang="es-ES" sz="11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     </a:t>
            </a:r>
            <a:r>
              <a:rPr b="1" i="0" lang="es-ES" sz="11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Si</a:t>
            </a:r>
            <a:r>
              <a:rPr b="0" i="0" lang="es-ES" sz="11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</a:t>
            </a:r>
            <a:r>
              <a:rPr b="1" i="0" lang="es-ES" sz="11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datoABuscar</a:t>
            </a:r>
            <a:r>
              <a:rPr b="0" i="0" lang="es-ES" sz="11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&lt; contenido del punto medio </a:t>
            </a:r>
            <a:r>
              <a:rPr b="1" i="0" lang="es-ES" sz="11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entonces</a:t>
            </a:r>
            <a:r>
              <a:rPr b="0" i="0" lang="es-ES" sz="11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  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None/>
            </a:pPr>
            <a:r>
              <a:rPr b="0" i="0" lang="es-ES" sz="11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        </a:t>
            </a:r>
            <a:r>
              <a:rPr b="1" i="0" lang="es-ES" sz="1100" u="none" cap="none" strike="noStrike">
                <a:solidFill>
                  <a:srgbClr val="C00000"/>
                </a:solidFill>
                <a:latin typeface="Courier"/>
                <a:ea typeface="Courier"/>
                <a:cs typeface="Courier"/>
                <a:sym typeface="Courier"/>
              </a:rPr>
              <a:t>Buscar</a:t>
            </a:r>
            <a:r>
              <a:rPr b="0" i="0" lang="es-ES" sz="1100" u="none" cap="none" strike="noStrike">
                <a:solidFill>
                  <a:srgbClr val="336699"/>
                </a:solidFill>
                <a:latin typeface="Courier"/>
                <a:ea typeface="Courier"/>
                <a:cs typeface="Courier"/>
                <a:sym typeface="Courier"/>
              </a:rPr>
              <a:t> </a:t>
            </a:r>
            <a:r>
              <a:rPr b="1" i="0" lang="es-ES" sz="11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(en la 1era mitad del vector, datoABuscar)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None/>
            </a:pPr>
            <a:r>
              <a:rPr b="0" i="0" lang="es-ES" sz="11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    </a:t>
            </a:r>
            <a:r>
              <a:rPr b="1" i="0" lang="es-ES" sz="11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sino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336699"/>
              </a:buClr>
              <a:buSzPts val="1100"/>
              <a:buFont typeface="Noto Sans Symbols"/>
              <a:buNone/>
            </a:pPr>
            <a:r>
              <a:rPr b="0" i="0" lang="es-ES" sz="1100" u="none" cap="none" strike="noStrike">
                <a:solidFill>
                  <a:srgbClr val="336699"/>
                </a:solidFill>
                <a:latin typeface="Courier"/>
                <a:ea typeface="Courier"/>
                <a:cs typeface="Courier"/>
                <a:sym typeface="Courier"/>
              </a:rPr>
              <a:t>         </a:t>
            </a:r>
            <a:r>
              <a:rPr b="1" i="0" lang="es-ES" sz="1100" u="none" cap="none" strike="noStrike">
                <a:solidFill>
                  <a:srgbClr val="C00000"/>
                </a:solidFill>
                <a:latin typeface="Courier"/>
                <a:ea typeface="Courier"/>
                <a:cs typeface="Courier"/>
                <a:sym typeface="Courier"/>
              </a:rPr>
              <a:t>Buscar</a:t>
            </a:r>
            <a:r>
              <a:rPr b="0" i="0" lang="es-ES" sz="1100" u="none" cap="none" strike="noStrike">
                <a:solidFill>
                  <a:srgbClr val="336699"/>
                </a:solidFill>
                <a:latin typeface="Courier"/>
                <a:ea typeface="Courier"/>
                <a:cs typeface="Courier"/>
                <a:sym typeface="Courier"/>
              </a:rPr>
              <a:t> </a:t>
            </a:r>
            <a:r>
              <a:rPr b="1" i="0" lang="es-ES" sz="11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(en la 2da mitad del vector, datoABuscar)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7"/>
          <p:cNvSpPr txBox="1"/>
          <p:nvPr/>
        </p:nvSpPr>
        <p:spPr>
          <a:xfrm>
            <a:off x="107950" y="285750"/>
            <a:ext cx="9036050" cy="766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Arial"/>
              <a:buNone/>
            </a:pPr>
            <a:r>
              <a:rPr b="0" i="0" lang="es-ES" sz="3200" u="none" cap="small" strike="noStrike">
                <a:solidFill>
                  <a:srgbClr val="E65C0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Recursión. Definición y Características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6" name="Google Shape;776;p7"/>
          <p:cNvSpPr txBox="1"/>
          <p:nvPr/>
        </p:nvSpPr>
        <p:spPr>
          <a:xfrm rot="-195957">
            <a:off x="966788" y="998538"/>
            <a:ext cx="6973887" cy="139858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2F2F2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808080">
                <a:alpha val="38823"/>
              </a:srgbClr>
            </a:outerShdw>
          </a:effectLst>
        </p:spPr>
        <p:txBody>
          <a:bodyPr anchorCtr="0" anchor="t" bIns="144000" lIns="144000" spcFirstLastPara="1" rIns="144000" wrap="square" tIns="144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ES" sz="2400" u="none" cap="none" strike="noStrike">
                <a:solidFill>
                  <a:schemeClr val="dk1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Una </a:t>
            </a:r>
            <a:r>
              <a:rPr b="1" i="0" lang="es-ES" sz="2400" u="none" cap="none" strike="noStrike">
                <a:solidFill>
                  <a:srgbClr val="C00000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solución recursiva </a:t>
            </a:r>
            <a:r>
              <a:rPr b="1" i="0" lang="es-ES" sz="2400" u="none" cap="none" strike="noStrike">
                <a:solidFill>
                  <a:schemeClr val="dk1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resuelve un problema por resolución de instancias </a:t>
            </a:r>
            <a:r>
              <a:rPr b="1" i="0" lang="es-ES" sz="2400" u="sng" cap="none" strike="noStrike">
                <a:solidFill>
                  <a:schemeClr val="dk1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más pequeñas </a:t>
            </a:r>
            <a:r>
              <a:rPr b="1" i="0" lang="es-ES" sz="2400" u="none" cap="none" strike="noStrike">
                <a:solidFill>
                  <a:schemeClr val="dk1"/>
                </a:solidFill>
                <a:latin typeface="Architects Daughter"/>
                <a:ea typeface="Architects Daughter"/>
                <a:cs typeface="Architects Daughter"/>
                <a:sym typeface="Architects Daughter"/>
              </a:rPr>
              <a:t>del mismo problema.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7" name="Google Shape;777;p7"/>
          <p:cNvSpPr/>
          <p:nvPr/>
        </p:nvSpPr>
        <p:spPr>
          <a:xfrm>
            <a:off x="250825" y="2852738"/>
            <a:ext cx="8569325" cy="3529012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Un algoritmo recursivo involucra: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72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1152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entury Schoolbook"/>
              <a:buAutoNum type="arabicPeriod"/>
            </a:pPr>
            <a:r>
              <a:rPr b="0" i="0" lang="es-ES" sz="24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Alguna condición de terminación (implícita/explícita) </a:t>
            </a:r>
            <a:r>
              <a:rPr b="1" i="0" lang="es-ES" sz="2400" u="sng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CASO BASE</a:t>
            </a:r>
            <a:endParaRPr b="1" i="0" sz="1400" u="sng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1152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entury Schoolbook"/>
              <a:buAutoNum type="arabicPeriod"/>
            </a:pPr>
            <a:r>
              <a:rPr b="0" i="0" lang="es-ES" sz="24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Una</a:t>
            </a:r>
            <a:r>
              <a:rPr b="0" i="0" lang="es-ES" sz="2400" u="sng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1" i="1" lang="es-ES" sz="2400" u="sng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auto-invocación</a:t>
            </a:r>
            <a:r>
              <a:rPr b="0" i="1" lang="es-ES" sz="2400" u="sng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</a:t>
            </a:r>
            <a:r>
              <a:rPr b="0" i="0" lang="es-ES" sz="24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Se debe garantizar que en un nro finito de autoinvocaciones se alcanza la condición de terminación.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1152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entury Schoolbook"/>
              <a:buAutoNum type="arabicPeriod"/>
            </a:pPr>
            <a:r>
              <a:rPr b="0" i="0" lang="es-ES" sz="2400" u="sng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Se </a:t>
            </a:r>
            <a:r>
              <a:rPr b="1" i="0" lang="es-ES" sz="2400" u="sng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achica el espacio del problema</a:t>
            </a:r>
            <a:r>
              <a:rPr b="0" i="0" lang="es-ES" sz="24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en cada llamada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8"/>
          <p:cNvSpPr txBox="1"/>
          <p:nvPr>
            <p:ph idx="4294967295" type="title"/>
          </p:nvPr>
        </p:nvSpPr>
        <p:spPr>
          <a:xfrm>
            <a:off x="323850" y="260350"/>
            <a:ext cx="8532813" cy="766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s-ES" sz="3200">
                <a:solidFill>
                  <a:srgbClr val="E65C01"/>
                </a:solidFill>
              </a:rPr>
              <a:t>Ejemplo de Recursión 1</a:t>
            </a:r>
            <a:endParaRPr/>
          </a:p>
        </p:txBody>
      </p:sp>
      <p:sp>
        <p:nvSpPr>
          <p:cNvPr id="783" name="Google Shape;783;p8"/>
          <p:cNvSpPr txBox="1"/>
          <p:nvPr>
            <p:ph idx="4294967295" type="body"/>
          </p:nvPr>
        </p:nvSpPr>
        <p:spPr>
          <a:xfrm>
            <a:off x="738188" y="1698625"/>
            <a:ext cx="8243887" cy="57785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Font typeface="Noto Sans Symbols"/>
              <a:buNone/>
            </a:pPr>
            <a:r>
              <a:rPr b="1" lang="es-ES">
                <a:latin typeface="Century Schoolbook"/>
                <a:ea typeface="Century Schoolbook"/>
                <a:cs typeface="Century Schoolbook"/>
                <a:sym typeface="Century Schoolbook"/>
              </a:rPr>
              <a:t>Factorial de un número</a:t>
            </a:r>
            <a:endParaRPr>
              <a:solidFill>
                <a:srgbClr val="00206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grpSp>
        <p:nvGrpSpPr>
          <p:cNvPr id="784" name="Google Shape;784;p8"/>
          <p:cNvGrpSpPr/>
          <p:nvPr/>
        </p:nvGrpSpPr>
        <p:grpSpPr>
          <a:xfrm>
            <a:off x="449693" y="2276483"/>
            <a:ext cx="8533090" cy="1631880"/>
            <a:chOff x="-296821" y="2181352"/>
            <a:chExt cx="8532900" cy="1632000"/>
          </a:xfrm>
        </p:grpSpPr>
        <p:sp>
          <p:nvSpPr>
            <p:cNvPr id="785" name="Google Shape;785;p8"/>
            <p:cNvSpPr/>
            <p:nvPr/>
          </p:nvSpPr>
          <p:spPr>
            <a:xfrm>
              <a:off x="1937196" y="2456893"/>
              <a:ext cx="331341" cy="1080120"/>
            </a:xfrm>
            <a:custGeom>
              <a:rect b="b" l="l" r="r" t="t"/>
              <a:pathLst>
                <a:path extrusionOk="0" h="1442" w="193">
                  <a:moveTo>
                    <a:pt x="192" y="0"/>
                  </a:moveTo>
                  <a:lnTo>
                    <a:pt x="182" y="0"/>
                  </a:lnTo>
                  <a:lnTo>
                    <a:pt x="173" y="2"/>
                  </a:lnTo>
                  <a:lnTo>
                    <a:pt x="163" y="5"/>
                  </a:lnTo>
                  <a:lnTo>
                    <a:pt x="155" y="9"/>
                  </a:lnTo>
                  <a:lnTo>
                    <a:pt x="146" y="14"/>
                  </a:lnTo>
                  <a:lnTo>
                    <a:pt x="138" y="21"/>
                  </a:lnTo>
                  <a:lnTo>
                    <a:pt x="131" y="28"/>
                  </a:lnTo>
                  <a:lnTo>
                    <a:pt x="124" y="35"/>
                  </a:lnTo>
                  <a:lnTo>
                    <a:pt x="118" y="44"/>
                  </a:lnTo>
                  <a:lnTo>
                    <a:pt x="112" y="53"/>
                  </a:lnTo>
                  <a:lnTo>
                    <a:pt x="108" y="62"/>
                  </a:lnTo>
                  <a:lnTo>
                    <a:pt x="103" y="74"/>
                  </a:lnTo>
                  <a:lnTo>
                    <a:pt x="100" y="83"/>
                  </a:lnTo>
                  <a:lnTo>
                    <a:pt x="98" y="95"/>
                  </a:lnTo>
                  <a:lnTo>
                    <a:pt x="97" y="108"/>
                  </a:lnTo>
                  <a:lnTo>
                    <a:pt x="96" y="120"/>
                  </a:lnTo>
                  <a:lnTo>
                    <a:pt x="96" y="599"/>
                  </a:lnTo>
                  <a:lnTo>
                    <a:pt x="95" y="611"/>
                  </a:lnTo>
                  <a:lnTo>
                    <a:pt x="94" y="625"/>
                  </a:lnTo>
                  <a:lnTo>
                    <a:pt x="92" y="636"/>
                  </a:lnTo>
                  <a:lnTo>
                    <a:pt x="89" y="646"/>
                  </a:lnTo>
                  <a:lnTo>
                    <a:pt x="85" y="657"/>
                  </a:lnTo>
                  <a:lnTo>
                    <a:pt x="80" y="666"/>
                  </a:lnTo>
                  <a:lnTo>
                    <a:pt x="74" y="676"/>
                  </a:lnTo>
                  <a:lnTo>
                    <a:pt x="68" y="685"/>
                  </a:lnTo>
                  <a:lnTo>
                    <a:pt x="61" y="692"/>
                  </a:lnTo>
                  <a:lnTo>
                    <a:pt x="54" y="699"/>
                  </a:lnTo>
                  <a:lnTo>
                    <a:pt x="46" y="706"/>
                  </a:lnTo>
                  <a:lnTo>
                    <a:pt x="37" y="710"/>
                  </a:lnTo>
                  <a:lnTo>
                    <a:pt x="29" y="715"/>
                  </a:lnTo>
                  <a:lnTo>
                    <a:pt x="19" y="717"/>
                  </a:lnTo>
                  <a:lnTo>
                    <a:pt x="10" y="719"/>
                  </a:lnTo>
                  <a:lnTo>
                    <a:pt x="0" y="719"/>
                  </a:lnTo>
                  <a:lnTo>
                    <a:pt x="10" y="719"/>
                  </a:lnTo>
                  <a:lnTo>
                    <a:pt x="19" y="722"/>
                  </a:lnTo>
                  <a:lnTo>
                    <a:pt x="29" y="724"/>
                  </a:lnTo>
                  <a:lnTo>
                    <a:pt x="37" y="729"/>
                  </a:lnTo>
                  <a:lnTo>
                    <a:pt x="46" y="733"/>
                  </a:lnTo>
                  <a:lnTo>
                    <a:pt x="54" y="740"/>
                  </a:lnTo>
                  <a:lnTo>
                    <a:pt x="61" y="747"/>
                  </a:lnTo>
                  <a:lnTo>
                    <a:pt x="68" y="756"/>
                  </a:lnTo>
                  <a:lnTo>
                    <a:pt x="74" y="763"/>
                  </a:lnTo>
                  <a:lnTo>
                    <a:pt x="80" y="772"/>
                  </a:lnTo>
                  <a:lnTo>
                    <a:pt x="85" y="784"/>
                  </a:lnTo>
                  <a:lnTo>
                    <a:pt x="89" y="793"/>
                  </a:lnTo>
                  <a:lnTo>
                    <a:pt x="92" y="805"/>
                  </a:lnTo>
                  <a:lnTo>
                    <a:pt x="94" y="816"/>
                  </a:lnTo>
                  <a:lnTo>
                    <a:pt x="95" y="828"/>
                  </a:lnTo>
                  <a:lnTo>
                    <a:pt x="96" y="839"/>
                  </a:lnTo>
                  <a:lnTo>
                    <a:pt x="96" y="1321"/>
                  </a:lnTo>
                  <a:lnTo>
                    <a:pt x="97" y="1333"/>
                  </a:lnTo>
                  <a:lnTo>
                    <a:pt x="98" y="1344"/>
                  </a:lnTo>
                  <a:lnTo>
                    <a:pt x="100" y="1356"/>
                  </a:lnTo>
                  <a:lnTo>
                    <a:pt x="103" y="1367"/>
                  </a:lnTo>
                  <a:lnTo>
                    <a:pt x="108" y="1376"/>
                  </a:lnTo>
                  <a:lnTo>
                    <a:pt x="112" y="1388"/>
                  </a:lnTo>
                  <a:lnTo>
                    <a:pt x="118" y="1397"/>
                  </a:lnTo>
                  <a:lnTo>
                    <a:pt x="124" y="1406"/>
                  </a:lnTo>
                  <a:lnTo>
                    <a:pt x="131" y="1413"/>
                  </a:lnTo>
                  <a:lnTo>
                    <a:pt x="138" y="1420"/>
                  </a:lnTo>
                  <a:lnTo>
                    <a:pt x="146" y="1427"/>
                  </a:lnTo>
                  <a:lnTo>
                    <a:pt x="155" y="1432"/>
                  </a:lnTo>
                  <a:lnTo>
                    <a:pt x="163" y="1436"/>
                  </a:lnTo>
                  <a:lnTo>
                    <a:pt x="173" y="1439"/>
                  </a:lnTo>
                  <a:lnTo>
                    <a:pt x="182" y="1441"/>
                  </a:lnTo>
                  <a:lnTo>
                    <a:pt x="192" y="1441"/>
                  </a:lnTo>
                </a:path>
              </a:pathLst>
            </a:custGeom>
            <a:noFill/>
            <a:ln cap="rnd" cmpd="sng" w="38100">
              <a:solidFill>
                <a:srgbClr val="0066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786" name="Google Shape;786;p8"/>
            <p:cNvSpPr/>
            <p:nvPr/>
          </p:nvSpPr>
          <p:spPr>
            <a:xfrm>
              <a:off x="-296821" y="2181352"/>
              <a:ext cx="8532900" cy="163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s-ES" sz="2000" u="none" cap="none" strike="noStrike">
                  <a:solidFill>
                    <a:srgbClr val="993D00"/>
                  </a:solidFill>
                  <a:latin typeface="Cambria"/>
                  <a:ea typeface="Cambria"/>
                  <a:cs typeface="Cambria"/>
                  <a:sym typeface="Cambria"/>
                </a:rPr>
                <a:t>		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s-ES" sz="2000" u="none" cap="none" strike="noStrike">
                  <a:solidFill>
                    <a:srgbClr val="993D00"/>
                  </a:solidFill>
                  <a:latin typeface="Cambria"/>
                  <a:ea typeface="Cambria"/>
                  <a:cs typeface="Cambria"/>
                  <a:sym typeface="Cambria"/>
                </a:rPr>
                <a:t>						1								      si X &lt;= 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s-ES" sz="2000" u="none" cap="none" strike="noStrike">
                  <a:solidFill>
                    <a:srgbClr val="993D00"/>
                  </a:solidFill>
                  <a:latin typeface="Cambria"/>
                  <a:ea typeface="Cambria"/>
                  <a:cs typeface="Cambria"/>
                  <a:sym typeface="Cambria"/>
                </a:rPr>
                <a:t>	 X! 	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93D00"/>
                </a:buClr>
                <a:buSzPts val="2000"/>
                <a:buFont typeface="Noto Sans Symbols"/>
                <a:buNone/>
              </a:pPr>
              <a:r>
                <a:rPr b="0" i="0" lang="es-ES" sz="2000" u="none" cap="none" strike="noStrike">
                  <a:solidFill>
                    <a:srgbClr val="993D00"/>
                  </a:solidFill>
                  <a:latin typeface="Cambria"/>
                  <a:ea typeface="Cambria"/>
                  <a:cs typeface="Cambria"/>
                  <a:sym typeface="Cambria"/>
                </a:rPr>
                <a:t>						</a:t>
              </a:r>
              <a:r>
                <a:rPr b="0" i="0" lang="es-ES" sz="2000" u="none" cap="none" strike="noStrike">
                  <a:solidFill>
                    <a:schemeClr val="dk2"/>
                  </a:solidFill>
                  <a:latin typeface="Tahoma"/>
                  <a:ea typeface="Tahoma"/>
                  <a:cs typeface="Tahoma"/>
                  <a:sym typeface="Tahoma"/>
                </a:rPr>
                <a:t> </a:t>
              </a:r>
              <a:r>
                <a:rPr b="0" i="0" lang="es-ES" sz="2000" u="none" cap="none" strike="noStrike">
                  <a:solidFill>
                    <a:srgbClr val="993D00"/>
                  </a:solidFill>
                  <a:latin typeface="Tahoma"/>
                  <a:ea typeface="Tahoma"/>
                  <a:cs typeface="Tahoma"/>
                  <a:sym typeface="Tahoma"/>
                </a:rPr>
                <a:t>X * (X-1)!</a:t>
              </a:r>
              <a:r>
                <a:rPr b="0" baseline="30000" i="0" lang="es-ES" sz="2000" u="none" cap="none" strike="noStrike">
                  <a:solidFill>
                    <a:srgbClr val="993D00"/>
                  </a:solidFill>
                  <a:latin typeface="Tahoma"/>
                  <a:ea typeface="Tahoma"/>
                  <a:cs typeface="Tahoma"/>
                  <a:sym typeface="Tahoma"/>
                </a:rPr>
                <a:t> </a:t>
              </a:r>
              <a:r>
                <a:rPr b="0" i="0" lang="es-ES" sz="2000" u="none" cap="none" strike="noStrike">
                  <a:solidFill>
                    <a:srgbClr val="993D00"/>
                  </a:solidFill>
                  <a:latin typeface="Cambria"/>
                  <a:ea typeface="Cambria"/>
                  <a:cs typeface="Cambria"/>
                  <a:sym typeface="Cambria"/>
                </a:rPr>
                <a:t>				si X &gt; 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000"/>
                <a:buFont typeface="Noto Sans Symbols"/>
                <a:buNone/>
              </a:pPr>
              <a:r>
                <a:t/>
              </a:r>
              <a:endParaRPr b="0" i="0" sz="2000" u="none" cap="none" strike="noStrike">
                <a:solidFill>
                  <a:srgbClr val="993D00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sp>
        <p:nvSpPr>
          <p:cNvPr id="787" name="Google Shape;787;p8"/>
          <p:cNvSpPr txBox="1"/>
          <p:nvPr/>
        </p:nvSpPr>
        <p:spPr>
          <a:xfrm rot="-226886">
            <a:off x="106363" y="4078288"/>
            <a:ext cx="8964612" cy="164623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D9D9D9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808080">
                <a:alpha val="38823"/>
              </a:srgbClr>
            </a:outerShdw>
          </a:effectLst>
        </p:spPr>
        <p:txBody>
          <a:bodyPr anchorCtr="0" anchor="t" bIns="144000" lIns="144000" spcFirstLastPara="1" rIns="144000" wrap="square" tIns="144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s-ES" sz="20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Ejemplo</a:t>
            </a:r>
            <a:r>
              <a:rPr b="0" i="0" lang="es-ES" sz="20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D00"/>
              </a:buClr>
              <a:buSzPts val="2800"/>
              <a:buFont typeface="Arial"/>
              <a:buNone/>
            </a:pPr>
            <a:r>
              <a:rPr b="0" i="0" lang="es-ES" sz="2800" u="none" cap="none" strike="noStrike">
                <a:solidFill>
                  <a:srgbClr val="993D00"/>
                </a:solidFill>
                <a:latin typeface="Cambria"/>
                <a:ea typeface="Cambria"/>
                <a:cs typeface="Cambria"/>
                <a:sym typeface="Cambria"/>
              </a:rPr>
              <a:t>4!</a:t>
            </a:r>
            <a:r>
              <a:rPr b="0" i="0" lang="es-ES" sz="2000" u="none" cap="none" strike="noStrike">
                <a:solidFill>
                  <a:srgbClr val="993D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</a:t>
            </a:r>
            <a:r>
              <a:rPr b="0" i="0" lang="es-ES" sz="2800" u="none" cap="none" strike="noStrike">
                <a:solidFill>
                  <a:srgbClr val="993D00"/>
                </a:solidFill>
                <a:latin typeface="Cambria"/>
                <a:ea typeface="Cambria"/>
                <a:cs typeface="Cambria"/>
                <a:sym typeface="Cambria"/>
              </a:rPr>
              <a:t>=</a:t>
            </a:r>
            <a:endParaRPr b="0" i="0" sz="2800" u="none" cap="none" strike="noStrike">
              <a:solidFill>
                <a:srgbClr val="993D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	</a:t>
            </a:r>
            <a:endParaRPr b="0" i="0" sz="1050" u="none" cap="none" strike="noStrike">
              <a:solidFill>
                <a:schemeClr val="dk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788" name="Google Shape;788;p8"/>
          <p:cNvSpPr txBox="1"/>
          <p:nvPr/>
        </p:nvSpPr>
        <p:spPr>
          <a:xfrm>
            <a:off x="6705613" y="1450951"/>
            <a:ext cx="12240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rgbClr val="C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Caso base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9" name="Google Shape;789;p8"/>
          <p:cNvSpPr txBox="1"/>
          <p:nvPr/>
        </p:nvSpPr>
        <p:spPr>
          <a:xfrm>
            <a:off x="7450963" y="3465538"/>
            <a:ext cx="12066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Recursión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0" name="Google Shape;790;p8"/>
          <p:cNvSpPr/>
          <p:nvPr/>
        </p:nvSpPr>
        <p:spPr>
          <a:xfrm flipH="1">
            <a:off x="6852354" y="1978825"/>
            <a:ext cx="342900" cy="908685"/>
          </a:xfrm>
          <a:custGeom>
            <a:rect b="b" l="l" r="r" t="t"/>
            <a:pathLst>
              <a:path extrusionOk="0" h="171450" w="914400">
                <a:moveTo>
                  <a:pt x="914400" y="0"/>
                </a:moveTo>
                <a:lnTo>
                  <a:pt x="0" y="171450"/>
                </a:lnTo>
              </a:path>
            </a:pathLst>
          </a:custGeom>
          <a:noFill/>
          <a:ln cap="flat" cmpd="sng" w="25400">
            <a:solidFill>
              <a:srgbClr val="C00000"/>
            </a:solidFill>
            <a:prstDash val="solid"/>
            <a:round/>
            <a:headEnd len="sm" w="sm" type="none"/>
            <a:tailEnd len="med" w="med" type="stealth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791" name="Google Shape;791;p8"/>
          <p:cNvSpPr/>
          <p:nvPr/>
        </p:nvSpPr>
        <p:spPr>
          <a:xfrm rot="1244693">
            <a:off x="4426257" y="3206433"/>
            <a:ext cx="3084938" cy="1007962"/>
          </a:xfrm>
          <a:custGeom>
            <a:rect b="b" l="l" r="r" t="t"/>
            <a:pathLst>
              <a:path extrusionOk="0" h="171450" w="914400">
                <a:moveTo>
                  <a:pt x="914400" y="0"/>
                </a:moveTo>
                <a:lnTo>
                  <a:pt x="0" y="171450"/>
                </a:lnTo>
              </a:path>
            </a:pathLst>
          </a:custGeom>
          <a:noFill/>
          <a:ln cap="flat" cmpd="sng" w="25400">
            <a:solidFill>
              <a:srgbClr val="C00000"/>
            </a:solidFill>
            <a:prstDash val="solid"/>
            <a:round/>
            <a:headEnd len="sm" w="sm" type="none"/>
            <a:tailEnd len="med" w="med" type="stealth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792" name="Google Shape;792;p8"/>
          <p:cNvSpPr txBox="1"/>
          <p:nvPr/>
        </p:nvSpPr>
        <p:spPr>
          <a:xfrm rot="-226886">
            <a:off x="935038" y="4792663"/>
            <a:ext cx="1281112" cy="1028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D9D9D9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808080">
                <a:alpha val="38823"/>
              </a:srgbClr>
            </a:outerShdw>
          </a:effectLst>
        </p:spPr>
        <p:txBody>
          <a:bodyPr anchorCtr="0" anchor="t" bIns="144000" lIns="144000" spcFirstLastPara="1" rIns="144000" wrap="square" tIns="144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D00"/>
              </a:buClr>
              <a:buSzPts val="2800"/>
              <a:buFont typeface="Arial"/>
              <a:buNone/>
            </a:pPr>
            <a:r>
              <a:rPr b="0" i="0" lang="es-ES" sz="2800" u="none" cap="none" strike="noStrike">
                <a:solidFill>
                  <a:srgbClr val="993D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4 * </a:t>
            </a:r>
            <a:r>
              <a:rPr b="0" i="0" lang="es-ES" sz="2800" u="none" cap="none" strike="noStrike">
                <a:solidFill>
                  <a:srgbClr val="993D00"/>
                </a:solidFill>
                <a:latin typeface="Cambria"/>
                <a:ea typeface="Cambria"/>
                <a:cs typeface="Cambria"/>
                <a:sym typeface="Cambria"/>
              </a:rPr>
              <a:t>3!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	</a:t>
            </a:r>
            <a:endParaRPr b="0" i="0" sz="1050" u="none" cap="none" strike="noStrike">
              <a:solidFill>
                <a:schemeClr val="dk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793" name="Google Shape;793;p8"/>
          <p:cNvGrpSpPr/>
          <p:nvPr/>
        </p:nvGrpSpPr>
        <p:grpSpPr>
          <a:xfrm>
            <a:off x="2214888" y="4638465"/>
            <a:ext cx="1855137" cy="1146596"/>
            <a:chOff x="1036677" y="2227406"/>
            <a:chExt cx="1888321" cy="1148326"/>
          </a:xfrm>
        </p:grpSpPr>
        <p:sp>
          <p:nvSpPr>
            <p:cNvPr id="794" name="Google Shape;794;p8"/>
            <p:cNvSpPr txBox="1"/>
            <p:nvPr/>
          </p:nvSpPr>
          <p:spPr>
            <a:xfrm rot="-226886">
              <a:off x="1068664" y="2286443"/>
              <a:ext cx="1824347" cy="1030252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D9D9D9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808080">
                  <a:alpha val="38823"/>
                </a:srgbClr>
              </a:outerShdw>
            </a:effectLst>
          </p:spPr>
          <p:txBody>
            <a:bodyPr anchorCtr="0" anchor="t" bIns="144000" lIns="144000" spcFirstLastPara="1" rIns="144000" wrap="square" tIns="144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93D00"/>
                </a:buClr>
                <a:buSzPts val="2800"/>
                <a:buFont typeface="Arial"/>
                <a:buNone/>
              </a:pPr>
              <a:r>
                <a:rPr b="0" i="0" lang="es-ES" sz="2800" u="none" cap="none" strike="noStrike">
                  <a:solidFill>
                    <a:srgbClr val="993D00"/>
                  </a:solidFill>
                  <a:latin typeface="Cambria"/>
                  <a:ea typeface="Cambria"/>
                  <a:cs typeface="Cambria"/>
                  <a:sym typeface="Cambria"/>
                </a:rPr>
                <a:t>= 4* 3* 2!</a:t>
              </a:r>
              <a:r>
                <a:rPr b="0" baseline="30000" i="0" lang="es-ES" sz="2800" u="none" cap="none" strike="noStrike">
                  <a:solidFill>
                    <a:srgbClr val="993D00"/>
                  </a:solidFill>
                  <a:latin typeface="Cambria"/>
                  <a:ea typeface="Cambria"/>
                  <a:cs typeface="Cambria"/>
                  <a:sym typeface="Cambria"/>
                </a:rPr>
                <a:t> </a:t>
              </a:r>
              <a:r>
                <a:rPr b="0" i="0" lang="es-ES" sz="2000" u="none" cap="none" strike="noStrike">
                  <a:solidFill>
                    <a:schemeClr val="dk1"/>
                  </a:solidFill>
                  <a:latin typeface="Century Schoolbook"/>
                  <a:ea typeface="Century Schoolbook"/>
                  <a:cs typeface="Century Schoolbook"/>
                  <a:sym typeface="Century Schoolbook"/>
                </a:rPr>
                <a:t>	</a:t>
              </a:r>
              <a:endParaRPr b="0" i="0" sz="1050" u="none" cap="none" strike="noStrik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795" name="Google Shape;795;p8"/>
            <p:cNvSpPr/>
            <p:nvPr/>
          </p:nvSpPr>
          <p:spPr>
            <a:xfrm rot="-5646261">
              <a:off x="2038153" y="2623181"/>
              <a:ext cx="331348" cy="681931"/>
            </a:xfrm>
            <a:custGeom>
              <a:rect b="b" l="l" r="r" t="t"/>
              <a:pathLst>
                <a:path extrusionOk="0" h="1442" w="193">
                  <a:moveTo>
                    <a:pt x="192" y="0"/>
                  </a:moveTo>
                  <a:lnTo>
                    <a:pt x="182" y="0"/>
                  </a:lnTo>
                  <a:lnTo>
                    <a:pt x="173" y="2"/>
                  </a:lnTo>
                  <a:lnTo>
                    <a:pt x="163" y="5"/>
                  </a:lnTo>
                  <a:lnTo>
                    <a:pt x="155" y="9"/>
                  </a:lnTo>
                  <a:lnTo>
                    <a:pt x="146" y="14"/>
                  </a:lnTo>
                  <a:lnTo>
                    <a:pt x="138" y="21"/>
                  </a:lnTo>
                  <a:lnTo>
                    <a:pt x="131" y="28"/>
                  </a:lnTo>
                  <a:lnTo>
                    <a:pt x="124" y="35"/>
                  </a:lnTo>
                  <a:lnTo>
                    <a:pt x="118" y="44"/>
                  </a:lnTo>
                  <a:lnTo>
                    <a:pt x="112" y="53"/>
                  </a:lnTo>
                  <a:lnTo>
                    <a:pt x="108" y="62"/>
                  </a:lnTo>
                  <a:lnTo>
                    <a:pt x="103" y="74"/>
                  </a:lnTo>
                  <a:lnTo>
                    <a:pt x="100" y="83"/>
                  </a:lnTo>
                  <a:lnTo>
                    <a:pt x="98" y="95"/>
                  </a:lnTo>
                  <a:lnTo>
                    <a:pt x="97" y="108"/>
                  </a:lnTo>
                  <a:lnTo>
                    <a:pt x="96" y="120"/>
                  </a:lnTo>
                  <a:lnTo>
                    <a:pt x="96" y="599"/>
                  </a:lnTo>
                  <a:lnTo>
                    <a:pt x="95" y="611"/>
                  </a:lnTo>
                  <a:lnTo>
                    <a:pt x="94" y="625"/>
                  </a:lnTo>
                  <a:lnTo>
                    <a:pt x="92" y="636"/>
                  </a:lnTo>
                  <a:lnTo>
                    <a:pt x="89" y="646"/>
                  </a:lnTo>
                  <a:lnTo>
                    <a:pt x="85" y="657"/>
                  </a:lnTo>
                  <a:lnTo>
                    <a:pt x="80" y="666"/>
                  </a:lnTo>
                  <a:lnTo>
                    <a:pt x="74" y="676"/>
                  </a:lnTo>
                  <a:lnTo>
                    <a:pt x="68" y="685"/>
                  </a:lnTo>
                  <a:lnTo>
                    <a:pt x="61" y="692"/>
                  </a:lnTo>
                  <a:lnTo>
                    <a:pt x="54" y="699"/>
                  </a:lnTo>
                  <a:lnTo>
                    <a:pt x="46" y="706"/>
                  </a:lnTo>
                  <a:lnTo>
                    <a:pt x="37" y="710"/>
                  </a:lnTo>
                  <a:lnTo>
                    <a:pt x="29" y="715"/>
                  </a:lnTo>
                  <a:lnTo>
                    <a:pt x="19" y="717"/>
                  </a:lnTo>
                  <a:lnTo>
                    <a:pt x="10" y="719"/>
                  </a:lnTo>
                  <a:lnTo>
                    <a:pt x="0" y="719"/>
                  </a:lnTo>
                  <a:lnTo>
                    <a:pt x="10" y="719"/>
                  </a:lnTo>
                  <a:lnTo>
                    <a:pt x="19" y="722"/>
                  </a:lnTo>
                  <a:lnTo>
                    <a:pt x="29" y="724"/>
                  </a:lnTo>
                  <a:lnTo>
                    <a:pt x="37" y="729"/>
                  </a:lnTo>
                  <a:lnTo>
                    <a:pt x="46" y="733"/>
                  </a:lnTo>
                  <a:lnTo>
                    <a:pt x="54" y="740"/>
                  </a:lnTo>
                  <a:lnTo>
                    <a:pt x="61" y="747"/>
                  </a:lnTo>
                  <a:lnTo>
                    <a:pt x="68" y="756"/>
                  </a:lnTo>
                  <a:lnTo>
                    <a:pt x="74" y="763"/>
                  </a:lnTo>
                  <a:lnTo>
                    <a:pt x="80" y="772"/>
                  </a:lnTo>
                  <a:lnTo>
                    <a:pt x="85" y="784"/>
                  </a:lnTo>
                  <a:lnTo>
                    <a:pt x="89" y="793"/>
                  </a:lnTo>
                  <a:lnTo>
                    <a:pt x="92" y="805"/>
                  </a:lnTo>
                  <a:lnTo>
                    <a:pt x="94" y="816"/>
                  </a:lnTo>
                  <a:lnTo>
                    <a:pt x="95" y="828"/>
                  </a:lnTo>
                  <a:lnTo>
                    <a:pt x="96" y="839"/>
                  </a:lnTo>
                  <a:lnTo>
                    <a:pt x="96" y="1321"/>
                  </a:lnTo>
                  <a:lnTo>
                    <a:pt x="97" y="1333"/>
                  </a:lnTo>
                  <a:lnTo>
                    <a:pt x="98" y="1344"/>
                  </a:lnTo>
                  <a:lnTo>
                    <a:pt x="100" y="1356"/>
                  </a:lnTo>
                  <a:lnTo>
                    <a:pt x="103" y="1367"/>
                  </a:lnTo>
                  <a:lnTo>
                    <a:pt x="108" y="1376"/>
                  </a:lnTo>
                  <a:lnTo>
                    <a:pt x="112" y="1388"/>
                  </a:lnTo>
                  <a:lnTo>
                    <a:pt x="118" y="1397"/>
                  </a:lnTo>
                  <a:lnTo>
                    <a:pt x="124" y="1406"/>
                  </a:lnTo>
                  <a:lnTo>
                    <a:pt x="131" y="1413"/>
                  </a:lnTo>
                  <a:lnTo>
                    <a:pt x="138" y="1420"/>
                  </a:lnTo>
                  <a:lnTo>
                    <a:pt x="146" y="1427"/>
                  </a:lnTo>
                  <a:lnTo>
                    <a:pt x="155" y="1432"/>
                  </a:lnTo>
                  <a:lnTo>
                    <a:pt x="163" y="1436"/>
                  </a:lnTo>
                  <a:lnTo>
                    <a:pt x="173" y="1439"/>
                  </a:lnTo>
                  <a:lnTo>
                    <a:pt x="182" y="1441"/>
                  </a:lnTo>
                  <a:lnTo>
                    <a:pt x="192" y="1441"/>
                  </a:lnTo>
                </a:path>
              </a:pathLst>
            </a:custGeom>
            <a:noFill/>
            <a:ln cap="rnd" cmpd="sng" w="38100">
              <a:solidFill>
                <a:srgbClr val="0066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</p:grpSp>
      <p:grpSp>
        <p:nvGrpSpPr>
          <p:cNvPr id="796" name="Google Shape;796;p8"/>
          <p:cNvGrpSpPr/>
          <p:nvPr/>
        </p:nvGrpSpPr>
        <p:grpSpPr>
          <a:xfrm>
            <a:off x="4105403" y="4503200"/>
            <a:ext cx="2184143" cy="1166300"/>
            <a:chOff x="4459288" y="5118355"/>
            <a:chExt cx="2185241" cy="1167179"/>
          </a:xfrm>
        </p:grpSpPr>
        <p:sp>
          <p:nvSpPr>
            <p:cNvPr id="797" name="Google Shape;797;p8"/>
            <p:cNvSpPr txBox="1"/>
            <p:nvPr/>
          </p:nvSpPr>
          <p:spPr>
            <a:xfrm rot="-226886">
              <a:off x="4490925" y="5187207"/>
              <a:ext cx="2121966" cy="1029475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D9D9D9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808080">
                  <a:alpha val="38823"/>
                </a:srgbClr>
              </a:outerShdw>
            </a:effectLst>
          </p:spPr>
          <p:txBody>
            <a:bodyPr anchorCtr="0" anchor="t" bIns="144000" lIns="144000" spcFirstLastPara="1" rIns="144000" wrap="square" tIns="144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93D00"/>
                </a:buClr>
                <a:buSzPts val="2800"/>
                <a:buFont typeface="Arial"/>
                <a:buNone/>
              </a:pPr>
              <a:r>
                <a:rPr b="0" i="0" lang="es-ES" sz="2800" u="none" cap="none" strike="noStrike">
                  <a:solidFill>
                    <a:srgbClr val="993D00"/>
                  </a:solidFill>
                  <a:latin typeface="Calibri"/>
                  <a:ea typeface="Calibri"/>
                  <a:cs typeface="Calibri"/>
                  <a:sym typeface="Calibri"/>
                </a:rPr>
                <a:t>=4* </a:t>
              </a:r>
              <a:r>
                <a:rPr b="0" i="0" lang="es-ES" sz="2800" u="none" cap="none" strike="noStrike">
                  <a:solidFill>
                    <a:srgbClr val="993D00"/>
                  </a:solidFill>
                  <a:latin typeface="Cambria"/>
                  <a:ea typeface="Cambria"/>
                  <a:cs typeface="Cambria"/>
                  <a:sym typeface="Cambria"/>
                </a:rPr>
                <a:t>3* 2* 1!</a:t>
              </a:r>
              <a:endParaRPr b="0" i="0" sz="2800" u="none" cap="none" strike="noStrike">
                <a:solidFill>
                  <a:srgbClr val="993D00"/>
                </a:solidFill>
                <a:latin typeface="Century Schoolbook"/>
                <a:ea typeface="Century Schoolbook"/>
                <a:cs typeface="Century Schoolbook"/>
                <a:sym typeface="Century Schoolbook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0" i="0" lang="es-ES" sz="2000" u="none" cap="none" strike="noStrike">
                  <a:solidFill>
                    <a:schemeClr val="dk1"/>
                  </a:solidFill>
                  <a:latin typeface="Century Schoolbook"/>
                  <a:ea typeface="Century Schoolbook"/>
                  <a:cs typeface="Century Schoolbook"/>
                  <a:sym typeface="Century Schoolbook"/>
                </a:rPr>
                <a:t>	</a:t>
              </a:r>
              <a:endParaRPr b="0" i="0" sz="1050" u="none" cap="none" strike="noStrik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798" name="Google Shape;798;p8"/>
            <p:cNvSpPr/>
            <p:nvPr/>
          </p:nvSpPr>
          <p:spPr>
            <a:xfrm rot="-5646261">
              <a:off x="5890581" y="5490669"/>
              <a:ext cx="331348" cy="681931"/>
            </a:xfrm>
            <a:custGeom>
              <a:rect b="b" l="l" r="r" t="t"/>
              <a:pathLst>
                <a:path extrusionOk="0" h="1442" w="193">
                  <a:moveTo>
                    <a:pt x="192" y="0"/>
                  </a:moveTo>
                  <a:lnTo>
                    <a:pt x="182" y="0"/>
                  </a:lnTo>
                  <a:lnTo>
                    <a:pt x="173" y="2"/>
                  </a:lnTo>
                  <a:lnTo>
                    <a:pt x="163" y="5"/>
                  </a:lnTo>
                  <a:lnTo>
                    <a:pt x="155" y="9"/>
                  </a:lnTo>
                  <a:lnTo>
                    <a:pt x="146" y="14"/>
                  </a:lnTo>
                  <a:lnTo>
                    <a:pt x="138" y="21"/>
                  </a:lnTo>
                  <a:lnTo>
                    <a:pt x="131" y="28"/>
                  </a:lnTo>
                  <a:lnTo>
                    <a:pt x="124" y="35"/>
                  </a:lnTo>
                  <a:lnTo>
                    <a:pt x="118" y="44"/>
                  </a:lnTo>
                  <a:lnTo>
                    <a:pt x="112" y="53"/>
                  </a:lnTo>
                  <a:lnTo>
                    <a:pt x="108" y="62"/>
                  </a:lnTo>
                  <a:lnTo>
                    <a:pt x="103" y="74"/>
                  </a:lnTo>
                  <a:lnTo>
                    <a:pt x="100" y="83"/>
                  </a:lnTo>
                  <a:lnTo>
                    <a:pt x="98" y="95"/>
                  </a:lnTo>
                  <a:lnTo>
                    <a:pt x="97" y="108"/>
                  </a:lnTo>
                  <a:lnTo>
                    <a:pt x="96" y="120"/>
                  </a:lnTo>
                  <a:lnTo>
                    <a:pt x="96" y="599"/>
                  </a:lnTo>
                  <a:lnTo>
                    <a:pt x="95" y="611"/>
                  </a:lnTo>
                  <a:lnTo>
                    <a:pt x="94" y="625"/>
                  </a:lnTo>
                  <a:lnTo>
                    <a:pt x="92" y="636"/>
                  </a:lnTo>
                  <a:lnTo>
                    <a:pt x="89" y="646"/>
                  </a:lnTo>
                  <a:lnTo>
                    <a:pt x="85" y="657"/>
                  </a:lnTo>
                  <a:lnTo>
                    <a:pt x="80" y="666"/>
                  </a:lnTo>
                  <a:lnTo>
                    <a:pt x="74" y="676"/>
                  </a:lnTo>
                  <a:lnTo>
                    <a:pt x="68" y="685"/>
                  </a:lnTo>
                  <a:lnTo>
                    <a:pt x="61" y="692"/>
                  </a:lnTo>
                  <a:lnTo>
                    <a:pt x="54" y="699"/>
                  </a:lnTo>
                  <a:lnTo>
                    <a:pt x="46" y="706"/>
                  </a:lnTo>
                  <a:lnTo>
                    <a:pt x="37" y="710"/>
                  </a:lnTo>
                  <a:lnTo>
                    <a:pt x="29" y="715"/>
                  </a:lnTo>
                  <a:lnTo>
                    <a:pt x="19" y="717"/>
                  </a:lnTo>
                  <a:lnTo>
                    <a:pt x="10" y="719"/>
                  </a:lnTo>
                  <a:lnTo>
                    <a:pt x="0" y="719"/>
                  </a:lnTo>
                  <a:lnTo>
                    <a:pt x="10" y="719"/>
                  </a:lnTo>
                  <a:lnTo>
                    <a:pt x="19" y="722"/>
                  </a:lnTo>
                  <a:lnTo>
                    <a:pt x="29" y="724"/>
                  </a:lnTo>
                  <a:lnTo>
                    <a:pt x="37" y="729"/>
                  </a:lnTo>
                  <a:lnTo>
                    <a:pt x="46" y="733"/>
                  </a:lnTo>
                  <a:lnTo>
                    <a:pt x="54" y="740"/>
                  </a:lnTo>
                  <a:lnTo>
                    <a:pt x="61" y="747"/>
                  </a:lnTo>
                  <a:lnTo>
                    <a:pt x="68" y="756"/>
                  </a:lnTo>
                  <a:lnTo>
                    <a:pt x="74" y="763"/>
                  </a:lnTo>
                  <a:lnTo>
                    <a:pt x="80" y="772"/>
                  </a:lnTo>
                  <a:lnTo>
                    <a:pt x="85" y="784"/>
                  </a:lnTo>
                  <a:lnTo>
                    <a:pt x="89" y="793"/>
                  </a:lnTo>
                  <a:lnTo>
                    <a:pt x="92" y="805"/>
                  </a:lnTo>
                  <a:lnTo>
                    <a:pt x="94" y="816"/>
                  </a:lnTo>
                  <a:lnTo>
                    <a:pt x="95" y="828"/>
                  </a:lnTo>
                  <a:lnTo>
                    <a:pt x="96" y="839"/>
                  </a:lnTo>
                  <a:lnTo>
                    <a:pt x="96" y="1321"/>
                  </a:lnTo>
                  <a:lnTo>
                    <a:pt x="97" y="1333"/>
                  </a:lnTo>
                  <a:lnTo>
                    <a:pt x="98" y="1344"/>
                  </a:lnTo>
                  <a:lnTo>
                    <a:pt x="100" y="1356"/>
                  </a:lnTo>
                  <a:lnTo>
                    <a:pt x="103" y="1367"/>
                  </a:lnTo>
                  <a:lnTo>
                    <a:pt x="108" y="1376"/>
                  </a:lnTo>
                  <a:lnTo>
                    <a:pt x="112" y="1388"/>
                  </a:lnTo>
                  <a:lnTo>
                    <a:pt x="118" y="1397"/>
                  </a:lnTo>
                  <a:lnTo>
                    <a:pt x="124" y="1406"/>
                  </a:lnTo>
                  <a:lnTo>
                    <a:pt x="131" y="1413"/>
                  </a:lnTo>
                  <a:lnTo>
                    <a:pt x="138" y="1420"/>
                  </a:lnTo>
                  <a:lnTo>
                    <a:pt x="146" y="1427"/>
                  </a:lnTo>
                  <a:lnTo>
                    <a:pt x="155" y="1432"/>
                  </a:lnTo>
                  <a:lnTo>
                    <a:pt x="163" y="1436"/>
                  </a:lnTo>
                  <a:lnTo>
                    <a:pt x="173" y="1439"/>
                  </a:lnTo>
                  <a:lnTo>
                    <a:pt x="182" y="1441"/>
                  </a:lnTo>
                  <a:lnTo>
                    <a:pt x="192" y="1441"/>
                  </a:lnTo>
                </a:path>
              </a:pathLst>
            </a:custGeom>
            <a:noFill/>
            <a:ln cap="rnd" cmpd="sng" w="38100">
              <a:solidFill>
                <a:srgbClr val="0066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</p:grpSp>
      <p:grpSp>
        <p:nvGrpSpPr>
          <p:cNvPr id="799" name="Google Shape;799;p8"/>
          <p:cNvGrpSpPr/>
          <p:nvPr/>
        </p:nvGrpSpPr>
        <p:grpSpPr>
          <a:xfrm>
            <a:off x="6257063" y="4317023"/>
            <a:ext cx="2721113" cy="1203691"/>
            <a:chOff x="2697585" y="622891"/>
            <a:chExt cx="2721157" cy="1201795"/>
          </a:xfrm>
        </p:grpSpPr>
        <p:sp>
          <p:nvSpPr>
            <p:cNvPr id="800" name="Google Shape;800;p8"/>
            <p:cNvSpPr txBox="1"/>
            <p:nvPr/>
          </p:nvSpPr>
          <p:spPr>
            <a:xfrm rot="-226886">
              <a:off x="2728611" y="709456"/>
              <a:ext cx="2659105" cy="1028665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D9D9D9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808080">
                  <a:alpha val="38823"/>
                </a:srgbClr>
              </a:outerShdw>
            </a:effectLst>
          </p:spPr>
          <p:txBody>
            <a:bodyPr anchorCtr="0" anchor="t" bIns="144000" lIns="144000" spcFirstLastPara="1" rIns="144000" wrap="square" tIns="144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93D00"/>
                </a:buClr>
                <a:buSzPts val="2800"/>
                <a:buFont typeface="Arial"/>
                <a:buNone/>
              </a:pPr>
              <a:r>
                <a:rPr b="0" i="0" lang="es-ES" sz="2800" u="none" cap="none" strike="noStrike">
                  <a:solidFill>
                    <a:srgbClr val="993D00"/>
                  </a:solidFill>
                  <a:latin typeface="Calibri"/>
                  <a:ea typeface="Calibri"/>
                  <a:cs typeface="Calibri"/>
                  <a:sym typeface="Calibri"/>
                </a:rPr>
                <a:t>= 4*</a:t>
              </a:r>
              <a:r>
                <a:rPr b="0" i="0" lang="es-ES" sz="2800" u="none" cap="none" strike="noStrike">
                  <a:solidFill>
                    <a:srgbClr val="993D00"/>
                  </a:solidFill>
                  <a:latin typeface="Cambria"/>
                  <a:ea typeface="Cambria"/>
                  <a:cs typeface="Cambria"/>
                  <a:sym typeface="Cambria"/>
                </a:rPr>
                <a:t>3* 2* 1= 24</a:t>
              </a:r>
              <a:endParaRPr b="0" i="0" sz="2800" u="none" cap="none" strike="noStrike">
                <a:solidFill>
                  <a:srgbClr val="993D00"/>
                </a:solidFill>
                <a:latin typeface="Century Schoolbook"/>
                <a:ea typeface="Century Schoolbook"/>
                <a:cs typeface="Century Schoolbook"/>
                <a:sym typeface="Century Schoolbook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0" i="0" lang="es-ES" sz="2000" u="none" cap="none" strike="noStrike">
                  <a:solidFill>
                    <a:schemeClr val="dk1"/>
                  </a:solidFill>
                  <a:latin typeface="Century Schoolbook"/>
                  <a:ea typeface="Century Schoolbook"/>
                  <a:cs typeface="Century Schoolbook"/>
                  <a:sym typeface="Century Schoolbook"/>
                </a:rPr>
                <a:t>	</a:t>
              </a:r>
              <a:endParaRPr b="0" i="0" sz="1050" u="none" cap="none" strike="noStrik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801" name="Google Shape;801;p8"/>
            <p:cNvSpPr/>
            <p:nvPr/>
          </p:nvSpPr>
          <p:spPr>
            <a:xfrm rot="-5646261">
              <a:off x="4385602" y="1244487"/>
              <a:ext cx="331348" cy="304946"/>
            </a:xfrm>
            <a:custGeom>
              <a:rect b="b" l="l" r="r" t="t"/>
              <a:pathLst>
                <a:path extrusionOk="0" h="1442" w="193">
                  <a:moveTo>
                    <a:pt x="192" y="0"/>
                  </a:moveTo>
                  <a:lnTo>
                    <a:pt x="182" y="0"/>
                  </a:lnTo>
                  <a:lnTo>
                    <a:pt x="173" y="2"/>
                  </a:lnTo>
                  <a:lnTo>
                    <a:pt x="163" y="5"/>
                  </a:lnTo>
                  <a:lnTo>
                    <a:pt x="155" y="9"/>
                  </a:lnTo>
                  <a:lnTo>
                    <a:pt x="146" y="14"/>
                  </a:lnTo>
                  <a:lnTo>
                    <a:pt x="138" y="21"/>
                  </a:lnTo>
                  <a:lnTo>
                    <a:pt x="131" y="28"/>
                  </a:lnTo>
                  <a:lnTo>
                    <a:pt x="124" y="35"/>
                  </a:lnTo>
                  <a:lnTo>
                    <a:pt x="118" y="44"/>
                  </a:lnTo>
                  <a:lnTo>
                    <a:pt x="112" y="53"/>
                  </a:lnTo>
                  <a:lnTo>
                    <a:pt x="108" y="62"/>
                  </a:lnTo>
                  <a:lnTo>
                    <a:pt x="103" y="74"/>
                  </a:lnTo>
                  <a:lnTo>
                    <a:pt x="100" y="83"/>
                  </a:lnTo>
                  <a:lnTo>
                    <a:pt x="98" y="95"/>
                  </a:lnTo>
                  <a:lnTo>
                    <a:pt x="97" y="108"/>
                  </a:lnTo>
                  <a:lnTo>
                    <a:pt x="96" y="120"/>
                  </a:lnTo>
                  <a:lnTo>
                    <a:pt x="96" y="599"/>
                  </a:lnTo>
                  <a:lnTo>
                    <a:pt x="95" y="611"/>
                  </a:lnTo>
                  <a:lnTo>
                    <a:pt x="94" y="625"/>
                  </a:lnTo>
                  <a:lnTo>
                    <a:pt x="92" y="636"/>
                  </a:lnTo>
                  <a:lnTo>
                    <a:pt x="89" y="646"/>
                  </a:lnTo>
                  <a:lnTo>
                    <a:pt x="85" y="657"/>
                  </a:lnTo>
                  <a:lnTo>
                    <a:pt x="80" y="666"/>
                  </a:lnTo>
                  <a:lnTo>
                    <a:pt x="74" y="676"/>
                  </a:lnTo>
                  <a:lnTo>
                    <a:pt x="68" y="685"/>
                  </a:lnTo>
                  <a:lnTo>
                    <a:pt x="61" y="692"/>
                  </a:lnTo>
                  <a:lnTo>
                    <a:pt x="54" y="699"/>
                  </a:lnTo>
                  <a:lnTo>
                    <a:pt x="46" y="706"/>
                  </a:lnTo>
                  <a:lnTo>
                    <a:pt x="37" y="710"/>
                  </a:lnTo>
                  <a:lnTo>
                    <a:pt x="29" y="715"/>
                  </a:lnTo>
                  <a:lnTo>
                    <a:pt x="19" y="717"/>
                  </a:lnTo>
                  <a:lnTo>
                    <a:pt x="10" y="719"/>
                  </a:lnTo>
                  <a:lnTo>
                    <a:pt x="0" y="719"/>
                  </a:lnTo>
                  <a:lnTo>
                    <a:pt x="10" y="719"/>
                  </a:lnTo>
                  <a:lnTo>
                    <a:pt x="19" y="722"/>
                  </a:lnTo>
                  <a:lnTo>
                    <a:pt x="29" y="724"/>
                  </a:lnTo>
                  <a:lnTo>
                    <a:pt x="37" y="729"/>
                  </a:lnTo>
                  <a:lnTo>
                    <a:pt x="46" y="733"/>
                  </a:lnTo>
                  <a:lnTo>
                    <a:pt x="54" y="740"/>
                  </a:lnTo>
                  <a:lnTo>
                    <a:pt x="61" y="747"/>
                  </a:lnTo>
                  <a:lnTo>
                    <a:pt x="68" y="756"/>
                  </a:lnTo>
                  <a:lnTo>
                    <a:pt x="74" y="763"/>
                  </a:lnTo>
                  <a:lnTo>
                    <a:pt x="80" y="772"/>
                  </a:lnTo>
                  <a:lnTo>
                    <a:pt x="85" y="784"/>
                  </a:lnTo>
                  <a:lnTo>
                    <a:pt x="89" y="793"/>
                  </a:lnTo>
                  <a:lnTo>
                    <a:pt x="92" y="805"/>
                  </a:lnTo>
                  <a:lnTo>
                    <a:pt x="94" y="816"/>
                  </a:lnTo>
                  <a:lnTo>
                    <a:pt x="95" y="828"/>
                  </a:lnTo>
                  <a:lnTo>
                    <a:pt x="96" y="839"/>
                  </a:lnTo>
                  <a:lnTo>
                    <a:pt x="96" y="1321"/>
                  </a:lnTo>
                  <a:lnTo>
                    <a:pt x="97" y="1333"/>
                  </a:lnTo>
                  <a:lnTo>
                    <a:pt x="98" y="1344"/>
                  </a:lnTo>
                  <a:lnTo>
                    <a:pt x="100" y="1356"/>
                  </a:lnTo>
                  <a:lnTo>
                    <a:pt x="103" y="1367"/>
                  </a:lnTo>
                  <a:lnTo>
                    <a:pt x="108" y="1376"/>
                  </a:lnTo>
                  <a:lnTo>
                    <a:pt x="112" y="1388"/>
                  </a:lnTo>
                  <a:lnTo>
                    <a:pt x="118" y="1397"/>
                  </a:lnTo>
                  <a:lnTo>
                    <a:pt x="124" y="1406"/>
                  </a:lnTo>
                  <a:lnTo>
                    <a:pt x="131" y="1413"/>
                  </a:lnTo>
                  <a:lnTo>
                    <a:pt x="138" y="1420"/>
                  </a:lnTo>
                  <a:lnTo>
                    <a:pt x="146" y="1427"/>
                  </a:lnTo>
                  <a:lnTo>
                    <a:pt x="155" y="1432"/>
                  </a:lnTo>
                  <a:lnTo>
                    <a:pt x="163" y="1436"/>
                  </a:lnTo>
                  <a:lnTo>
                    <a:pt x="173" y="1439"/>
                  </a:lnTo>
                  <a:lnTo>
                    <a:pt x="182" y="1441"/>
                  </a:lnTo>
                  <a:lnTo>
                    <a:pt x="192" y="1441"/>
                  </a:lnTo>
                </a:path>
              </a:pathLst>
            </a:custGeom>
            <a:noFill/>
            <a:ln cap="rnd" cmpd="sng" w="38100">
              <a:solidFill>
                <a:srgbClr val="0066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</p:grpSp>
      <p:sp>
        <p:nvSpPr>
          <p:cNvPr id="802" name="Google Shape;802;p8"/>
          <p:cNvSpPr txBox="1"/>
          <p:nvPr/>
        </p:nvSpPr>
        <p:spPr>
          <a:xfrm>
            <a:off x="3227388" y="5791200"/>
            <a:ext cx="46037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rgbClr val="993D00"/>
                </a:solidFill>
                <a:latin typeface="Cambria"/>
                <a:ea typeface="Cambria"/>
                <a:cs typeface="Cambria"/>
                <a:sym typeface="Cambria"/>
              </a:rPr>
              <a:t>3!</a:t>
            </a:r>
            <a:endParaRPr b="0" i="0" sz="2000" u="none" cap="none" strike="noStrike">
              <a:solidFill>
                <a:schemeClr val="dk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803" name="Google Shape;803;p8"/>
          <p:cNvSpPr txBox="1"/>
          <p:nvPr/>
        </p:nvSpPr>
        <p:spPr>
          <a:xfrm>
            <a:off x="5578475" y="5622925"/>
            <a:ext cx="46037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rgbClr val="993D00"/>
                </a:solidFill>
                <a:latin typeface="Cambria"/>
                <a:ea typeface="Cambria"/>
                <a:cs typeface="Cambria"/>
                <a:sym typeface="Cambria"/>
              </a:rPr>
              <a:t>2!</a:t>
            </a:r>
            <a:endParaRPr b="0" i="0" sz="2000" u="none" cap="none" strike="noStrike">
              <a:solidFill>
                <a:schemeClr val="dk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804" name="Google Shape;804;p8"/>
          <p:cNvSpPr txBox="1"/>
          <p:nvPr/>
        </p:nvSpPr>
        <p:spPr>
          <a:xfrm>
            <a:off x="7929563" y="5478463"/>
            <a:ext cx="46037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rgbClr val="993D00"/>
                </a:solidFill>
                <a:latin typeface="Cambria"/>
                <a:ea typeface="Cambria"/>
                <a:cs typeface="Cambria"/>
                <a:sym typeface="Cambria"/>
              </a:rPr>
              <a:t>1!</a:t>
            </a:r>
            <a:endParaRPr b="0" i="0" sz="2000" u="none" cap="none" strike="noStrike">
              <a:solidFill>
                <a:schemeClr val="dk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9"/>
          <p:cNvSpPr txBox="1"/>
          <p:nvPr/>
        </p:nvSpPr>
        <p:spPr>
          <a:xfrm>
            <a:off x="1292900" y="4328325"/>
            <a:ext cx="7422600" cy="2411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808080">
                <a:alpha val="38823"/>
              </a:srgbClr>
            </a:outerShdw>
          </a:effectLst>
        </p:spPr>
        <p:txBody>
          <a:bodyPr anchorCtr="0" anchor="t" bIns="72000" lIns="180000" spcFirstLastPara="1" rIns="180000" wrap="square" tIns="72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ES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Function</a:t>
            </a:r>
            <a:r>
              <a:rPr b="0" i="0" lang="es-ES" sz="1800" u="none" cap="none" strike="noStrike">
                <a:solidFill>
                  <a:srgbClr val="336699"/>
                </a:solidFill>
                <a:latin typeface="Courier"/>
                <a:ea typeface="Courier"/>
                <a:cs typeface="Courier"/>
                <a:sym typeface="Courier"/>
              </a:rPr>
              <a:t> </a:t>
            </a:r>
            <a:r>
              <a:rPr b="1" i="0" lang="es-ES" sz="1800" u="none" cap="none" strike="noStrike">
                <a:solidFill>
                  <a:srgbClr val="C00000"/>
                </a:solidFill>
                <a:latin typeface="Courier"/>
                <a:ea typeface="Courier"/>
                <a:cs typeface="Courier"/>
                <a:sym typeface="Courier"/>
              </a:rPr>
              <a:t>factorial</a:t>
            </a:r>
            <a:r>
              <a:rPr b="1" i="0" lang="es-ES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(x: integer): real;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ES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begin</a:t>
            </a:r>
            <a:endParaRPr b="1" i="0" sz="18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 if (x &lt;= 1) then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   factorial:=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 else</a:t>
            </a:r>
            <a:endParaRPr b="0" i="0" sz="18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   factorial := x * factorial</a:t>
            </a:r>
            <a:r>
              <a:rPr b="1" i="0" lang="es-ES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(x-1)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ES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end</a:t>
            </a:r>
            <a:r>
              <a:rPr b="0" i="0" lang="es-ES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0" name="Google Shape;810;p9"/>
          <p:cNvSpPr txBox="1"/>
          <p:nvPr>
            <p:ph idx="4294967295" type="title"/>
          </p:nvPr>
        </p:nvSpPr>
        <p:spPr>
          <a:xfrm>
            <a:off x="2591100" y="135563"/>
            <a:ext cx="7886700" cy="8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s-ES" sz="3200">
                <a:solidFill>
                  <a:srgbClr val="E65C01"/>
                </a:solidFill>
              </a:rPr>
              <a:t>Ejemplo de Recursión 1</a:t>
            </a:r>
            <a:endParaRPr/>
          </a:p>
        </p:txBody>
      </p:sp>
      <p:grpSp>
        <p:nvGrpSpPr>
          <p:cNvPr id="811" name="Google Shape;811;p9"/>
          <p:cNvGrpSpPr/>
          <p:nvPr/>
        </p:nvGrpSpPr>
        <p:grpSpPr>
          <a:xfrm>
            <a:off x="323841" y="1478991"/>
            <a:ext cx="5564959" cy="2849325"/>
            <a:chOff x="1165292" y="2180759"/>
            <a:chExt cx="5652000" cy="2756700"/>
          </a:xfrm>
        </p:grpSpPr>
        <p:sp>
          <p:nvSpPr>
            <p:cNvPr id="812" name="Google Shape;812;p9"/>
            <p:cNvSpPr/>
            <p:nvPr/>
          </p:nvSpPr>
          <p:spPr>
            <a:xfrm>
              <a:off x="1165292" y="2180759"/>
              <a:ext cx="5652000" cy="27567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D9D9D9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808080">
                  <a:alpha val="38823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s-ES" sz="1800" u="none" cap="none" strike="noStrike">
                  <a:solidFill>
                    <a:srgbClr val="993D00"/>
                  </a:solidFill>
                  <a:latin typeface="Cambria"/>
                  <a:ea typeface="Cambria"/>
                  <a:cs typeface="Cambria"/>
                  <a:sym typeface="Cambria"/>
                </a:rPr>
                <a:t>		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s-ES" sz="1800" u="none" cap="none" strike="noStrike">
                  <a:solidFill>
                    <a:srgbClr val="993D00"/>
                  </a:solidFill>
                  <a:latin typeface="Cambria"/>
                  <a:ea typeface="Cambria"/>
                  <a:cs typeface="Cambria"/>
                  <a:sym typeface="Cambria"/>
                </a:rPr>
                <a:t>			1							</a:t>
              </a:r>
              <a:r>
                <a:rPr b="0" i="1" lang="es-ES" sz="1800" u="none" cap="none" strike="noStrike">
                  <a:solidFill>
                    <a:srgbClr val="993D00"/>
                  </a:solidFill>
                  <a:latin typeface="Cambria"/>
                  <a:ea typeface="Cambria"/>
                  <a:cs typeface="Cambria"/>
                  <a:sym typeface="Cambria"/>
                </a:rPr>
                <a:t>si X&lt;=1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s-ES" sz="1800" u="none" cap="none" strike="noStrike">
                  <a:solidFill>
                    <a:srgbClr val="993D00"/>
                  </a:solidFill>
                  <a:latin typeface="Cambria"/>
                  <a:ea typeface="Cambria"/>
                  <a:cs typeface="Cambria"/>
                  <a:sym typeface="Cambria"/>
                </a:rPr>
                <a:t> X! 	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93D00"/>
                </a:buClr>
                <a:buSzPts val="1800"/>
                <a:buFont typeface="Noto Sans Symbols"/>
                <a:buNone/>
              </a:pPr>
              <a:r>
                <a:rPr b="0" i="0" lang="es-ES" sz="1800" u="none" cap="none" strike="noStrike">
                  <a:solidFill>
                    <a:srgbClr val="993D00"/>
                  </a:solidFill>
                  <a:latin typeface="Cambria"/>
                  <a:ea typeface="Cambria"/>
                  <a:cs typeface="Cambria"/>
                  <a:sym typeface="Cambria"/>
                </a:rPr>
                <a:t>			</a:t>
              </a:r>
              <a:r>
                <a:rPr b="0" i="0" lang="es-ES" sz="1800" u="none" cap="none" strike="noStrike">
                  <a:solidFill>
                    <a:srgbClr val="993D00"/>
                  </a:solidFill>
                  <a:latin typeface="Tahoma"/>
                  <a:ea typeface="Tahoma"/>
                  <a:cs typeface="Tahoma"/>
                  <a:sym typeface="Tahoma"/>
                </a:rPr>
                <a:t> X * (X-1)!</a:t>
              </a:r>
              <a:r>
                <a:rPr b="0" i="0" lang="es-ES" sz="1800" u="none" cap="none" strike="noStrike">
                  <a:solidFill>
                    <a:srgbClr val="993D00"/>
                  </a:solidFill>
                  <a:latin typeface="Cambria"/>
                  <a:ea typeface="Cambria"/>
                  <a:cs typeface="Cambria"/>
                  <a:sym typeface="Cambria"/>
                </a:rPr>
                <a:t>		</a:t>
              </a:r>
              <a:r>
                <a:rPr b="0" i="1" lang="es-ES" sz="1800" u="none" cap="none" strike="noStrike">
                  <a:solidFill>
                    <a:srgbClr val="993D00"/>
                  </a:solidFill>
                  <a:latin typeface="Cambria"/>
                  <a:ea typeface="Cambria"/>
                  <a:cs typeface="Cambria"/>
                  <a:sym typeface="Cambria"/>
                </a:rPr>
                <a:t>si X&gt;1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800"/>
                <a:buFont typeface="Noto Sans Symbols"/>
                <a:buNone/>
              </a:pPr>
              <a:r>
                <a:t/>
              </a:r>
              <a:endParaRPr b="0" i="0" sz="1800" u="none" cap="none" strike="noStrike">
                <a:solidFill>
                  <a:srgbClr val="993D00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  <p:sp>
          <p:nvSpPr>
            <p:cNvPr id="813" name="Google Shape;813;p9"/>
            <p:cNvSpPr/>
            <p:nvPr/>
          </p:nvSpPr>
          <p:spPr>
            <a:xfrm>
              <a:off x="1633353" y="2469527"/>
              <a:ext cx="144013" cy="900572"/>
            </a:xfrm>
            <a:custGeom>
              <a:rect b="b" l="l" r="r" t="t"/>
              <a:pathLst>
                <a:path extrusionOk="0" h="1442" w="193">
                  <a:moveTo>
                    <a:pt x="192" y="0"/>
                  </a:moveTo>
                  <a:lnTo>
                    <a:pt x="182" y="0"/>
                  </a:lnTo>
                  <a:lnTo>
                    <a:pt x="173" y="2"/>
                  </a:lnTo>
                  <a:lnTo>
                    <a:pt x="163" y="5"/>
                  </a:lnTo>
                  <a:lnTo>
                    <a:pt x="155" y="9"/>
                  </a:lnTo>
                  <a:lnTo>
                    <a:pt x="146" y="14"/>
                  </a:lnTo>
                  <a:lnTo>
                    <a:pt x="138" y="21"/>
                  </a:lnTo>
                  <a:lnTo>
                    <a:pt x="131" y="28"/>
                  </a:lnTo>
                  <a:lnTo>
                    <a:pt x="124" y="35"/>
                  </a:lnTo>
                  <a:lnTo>
                    <a:pt x="118" y="44"/>
                  </a:lnTo>
                  <a:lnTo>
                    <a:pt x="112" y="53"/>
                  </a:lnTo>
                  <a:lnTo>
                    <a:pt x="108" y="62"/>
                  </a:lnTo>
                  <a:lnTo>
                    <a:pt x="103" y="74"/>
                  </a:lnTo>
                  <a:lnTo>
                    <a:pt x="100" y="83"/>
                  </a:lnTo>
                  <a:lnTo>
                    <a:pt x="98" y="95"/>
                  </a:lnTo>
                  <a:lnTo>
                    <a:pt x="97" y="108"/>
                  </a:lnTo>
                  <a:lnTo>
                    <a:pt x="96" y="120"/>
                  </a:lnTo>
                  <a:lnTo>
                    <a:pt x="96" y="599"/>
                  </a:lnTo>
                  <a:lnTo>
                    <a:pt x="95" y="611"/>
                  </a:lnTo>
                  <a:lnTo>
                    <a:pt x="94" y="625"/>
                  </a:lnTo>
                  <a:lnTo>
                    <a:pt x="92" y="636"/>
                  </a:lnTo>
                  <a:lnTo>
                    <a:pt x="89" y="646"/>
                  </a:lnTo>
                  <a:lnTo>
                    <a:pt x="85" y="657"/>
                  </a:lnTo>
                  <a:lnTo>
                    <a:pt x="80" y="666"/>
                  </a:lnTo>
                  <a:lnTo>
                    <a:pt x="74" y="676"/>
                  </a:lnTo>
                  <a:lnTo>
                    <a:pt x="68" y="685"/>
                  </a:lnTo>
                  <a:lnTo>
                    <a:pt x="61" y="692"/>
                  </a:lnTo>
                  <a:lnTo>
                    <a:pt x="54" y="699"/>
                  </a:lnTo>
                  <a:lnTo>
                    <a:pt x="46" y="706"/>
                  </a:lnTo>
                  <a:lnTo>
                    <a:pt x="37" y="710"/>
                  </a:lnTo>
                  <a:lnTo>
                    <a:pt x="29" y="715"/>
                  </a:lnTo>
                  <a:lnTo>
                    <a:pt x="19" y="717"/>
                  </a:lnTo>
                  <a:lnTo>
                    <a:pt x="10" y="719"/>
                  </a:lnTo>
                  <a:lnTo>
                    <a:pt x="0" y="719"/>
                  </a:lnTo>
                  <a:lnTo>
                    <a:pt x="10" y="719"/>
                  </a:lnTo>
                  <a:lnTo>
                    <a:pt x="19" y="722"/>
                  </a:lnTo>
                  <a:lnTo>
                    <a:pt x="29" y="724"/>
                  </a:lnTo>
                  <a:lnTo>
                    <a:pt x="37" y="729"/>
                  </a:lnTo>
                  <a:lnTo>
                    <a:pt x="46" y="733"/>
                  </a:lnTo>
                  <a:lnTo>
                    <a:pt x="54" y="740"/>
                  </a:lnTo>
                  <a:lnTo>
                    <a:pt x="61" y="747"/>
                  </a:lnTo>
                  <a:lnTo>
                    <a:pt x="68" y="756"/>
                  </a:lnTo>
                  <a:lnTo>
                    <a:pt x="74" y="763"/>
                  </a:lnTo>
                  <a:lnTo>
                    <a:pt x="80" y="772"/>
                  </a:lnTo>
                  <a:lnTo>
                    <a:pt x="85" y="784"/>
                  </a:lnTo>
                  <a:lnTo>
                    <a:pt x="89" y="793"/>
                  </a:lnTo>
                  <a:lnTo>
                    <a:pt x="92" y="805"/>
                  </a:lnTo>
                  <a:lnTo>
                    <a:pt x="94" y="816"/>
                  </a:lnTo>
                  <a:lnTo>
                    <a:pt x="95" y="828"/>
                  </a:lnTo>
                  <a:lnTo>
                    <a:pt x="96" y="839"/>
                  </a:lnTo>
                  <a:lnTo>
                    <a:pt x="96" y="1321"/>
                  </a:lnTo>
                  <a:lnTo>
                    <a:pt x="97" y="1333"/>
                  </a:lnTo>
                  <a:lnTo>
                    <a:pt x="98" y="1344"/>
                  </a:lnTo>
                  <a:lnTo>
                    <a:pt x="100" y="1356"/>
                  </a:lnTo>
                  <a:lnTo>
                    <a:pt x="103" y="1367"/>
                  </a:lnTo>
                  <a:lnTo>
                    <a:pt x="108" y="1376"/>
                  </a:lnTo>
                  <a:lnTo>
                    <a:pt x="112" y="1388"/>
                  </a:lnTo>
                  <a:lnTo>
                    <a:pt x="118" y="1397"/>
                  </a:lnTo>
                  <a:lnTo>
                    <a:pt x="124" y="1406"/>
                  </a:lnTo>
                  <a:lnTo>
                    <a:pt x="131" y="1413"/>
                  </a:lnTo>
                  <a:lnTo>
                    <a:pt x="138" y="1420"/>
                  </a:lnTo>
                  <a:lnTo>
                    <a:pt x="146" y="1427"/>
                  </a:lnTo>
                  <a:lnTo>
                    <a:pt x="155" y="1432"/>
                  </a:lnTo>
                  <a:lnTo>
                    <a:pt x="163" y="1436"/>
                  </a:lnTo>
                  <a:lnTo>
                    <a:pt x="173" y="1439"/>
                  </a:lnTo>
                  <a:lnTo>
                    <a:pt x="182" y="1441"/>
                  </a:lnTo>
                  <a:lnTo>
                    <a:pt x="192" y="1441"/>
                  </a:lnTo>
                </a:path>
              </a:pathLst>
            </a:custGeom>
            <a:noFill/>
            <a:ln cap="rnd" cmpd="sng" w="19050">
              <a:solidFill>
                <a:srgbClr val="0066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</p:grpSp>
      <p:sp>
        <p:nvSpPr>
          <p:cNvPr id="814" name="Google Shape;814;p9"/>
          <p:cNvSpPr/>
          <p:nvPr/>
        </p:nvSpPr>
        <p:spPr>
          <a:xfrm flipH="1" rot="-592133">
            <a:off x="2343631" y="2382807"/>
            <a:ext cx="3483220" cy="2301678"/>
          </a:xfrm>
          <a:custGeom>
            <a:rect b="b" l="l" r="r" t="t"/>
            <a:pathLst>
              <a:path extrusionOk="0" h="200025" w="871537">
                <a:moveTo>
                  <a:pt x="0" y="0"/>
                </a:moveTo>
                <a:lnTo>
                  <a:pt x="871537" y="200025"/>
                </a:lnTo>
              </a:path>
            </a:pathLst>
          </a:custGeom>
          <a:noFill/>
          <a:ln cap="flat" cmpd="sng" w="19050">
            <a:solidFill>
              <a:srgbClr val="C00000"/>
            </a:solidFill>
            <a:prstDash val="dash"/>
            <a:round/>
            <a:headEnd len="sm" w="sm" type="none"/>
            <a:tailEnd len="med" w="med" type="stealth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815" name="Google Shape;815;p9"/>
          <p:cNvSpPr/>
          <p:nvPr/>
        </p:nvSpPr>
        <p:spPr>
          <a:xfrm>
            <a:off x="3756026" y="2713626"/>
            <a:ext cx="1228867" cy="3094887"/>
          </a:xfrm>
          <a:custGeom>
            <a:rect b="b" l="l" r="r" t="t"/>
            <a:pathLst>
              <a:path extrusionOk="0" h="200025" w="871537">
                <a:moveTo>
                  <a:pt x="0" y="0"/>
                </a:moveTo>
                <a:lnTo>
                  <a:pt x="871537" y="200025"/>
                </a:lnTo>
              </a:path>
            </a:pathLst>
          </a:custGeom>
          <a:noFill/>
          <a:ln cap="flat" cmpd="sng" w="19050">
            <a:solidFill>
              <a:srgbClr val="C00000"/>
            </a:solidFill>
            <a:prstDash val="dash"/>
            <a:round/>
            <a:headEnd len="sm" w="sm" type="none"/>
            <a:tailEnd len="med" w="med" type="stealth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>
            <a:alpha val="20000"/>
          </a:schemeClr>
        </a:solidFill>
      </p:bgPr>
    </p:bg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p10"/>
          <p:cNvSpPr/>
          <p:nvPr/>
        </p:nvSpPr>
        <p:spPr>
          <a:xfrm>
            <a:off x="2124075" y="309563"/>
            <a:ext cx="5364163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CC66"/>
              </a:buClr>
              <a:buSzPts val="3200"/>
              <a:buFont typeface="Noto Sans Symbols"/>
              <a:buNone/>
            </a:pPr>
            <a:r>
              <a:rPr b="0" i="0" lang="es-ES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Actividad 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http://3.bp.blogspot.com/-BPf1HXI4kjk/VUFI53h4TMI/AAAAAAAAALE/4V7ytVtT6aE/s1600/imagen.gif" id="821" name="Google Shape;82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338" y="250825"/>
            <a:ext cx="1270000" cy="1162050"/>
          </a:xfrm>
          <a:prstGeom prst="rect">
            <a:avLst/>
          </a:prstGeom>
          <a:noFill/>
          <a:ln>
            <a:noFill/>
          </a:ln>
        </p:spPr>
      </p:pic>
      <p:sp>
        <p:nvSpPr>
          <p:cNvPr id="822" name="Google Shape;822;p10"/>
          <p:cNvSpPr txBox="1"/>
          <p:nvPr/>
        </p:nvSpPr>
        <p:spPr>
          <a:xfrm>
            <a:off x="107950" y="2217738"/>
            <a:ext cx="8677275" cy="3803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85738" lvl="0" marL="185738" marR="0" rtl="0" algn="just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66221"/>
              </a:buClr>
              <a:buSzPts val="2160"/>
              <a:buFont typeface="Noto Sans Symbols"/>
              <a:buChar char="▪"/>
            </a:pPr>
            <a:r>
              <a:rPr b="1" i="0" lang="es-E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Descargue de Asignaturas:   </a:t>
            </a:r>
            <a:r>
              <a:rPr b="1" i="0" lang="es-ES" sz="2400" u="none" cap="none" strike="noStrike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programaCalculoDeFactorial</a:t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just">
              <a:lnSpc>
                <a:spcPct val="135000"/>
              </a:lnSpc>
              <a:spcBef>
                <a:spcPts val="480"/>
              </a:spcBef>
              <a:spcAft>
                <a:spcPts val="0"/>
              </a:spcAft>
              <a:buClr>
                <a:srgbClr val="466221"/>
              </a:buClr>
              <a:buSzPts val="2160"/>
              <a:buFont typeface="Arial"/>
              <a:buAutoNum type="alphaLcParenR"/>
            </a:pPr>
            <a:r>
              <a:rPr b="0" i="0" lang="es-E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Implementar el módulo </a:t>
            </a:r>
            <a:r>
              <a:rPr b="1" i="0" lang="es-ES" sz="2400" u="none" cap="none" strike="noStrike">
                <a:solidFill>
                  <a:srgbClr val="C00000"/>
                </a:solidFill>
                <a:latin typeface="Courier"/>
                <a:ea typeface="Courier"/>
                <a:cs typeface="Courier"/>
                <a:sym typeface="Courier"/>
              </a:rPr>
              <a:t>factorial</a:t>
            </a:r>
            <a:r>
              <a:rPr b="1" i="0" lang="es-ES" sz="2400" u="none" cap="none" strike="noStrike">
                <a:solidFill>
                  <a:srgbClr val="336699"/>
                </a:solidFill>
                <a:latin typeface="Courier"/>
                <a:ea typeface="Courier"/>
                <a:cs typeface="Courier"/>
                <a:sym typeface="Courier"/>
              </a:rPr>
              <a:t> </a:t>
            </a:r>
            <a:r>
              <a:rPr b="0" i="0" lang="es-E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como parte del programa </a:t>
            </a:r>
            <a:r>
              <a:rPr b="1" i="0" lang="es-ES" sz="2400" u="none" cap="none" strike="noStrike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CalculoDeFactorial</a:t>
            </a:r>
            <a:endParaRPr b="1" i="0" sz="2400" u="none" cap="none" strike="noStrike">
              <a:solidFill>
                <a:srgbClr val="C0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-457200" lvl="0" marL="457200" marR="0" rtl="0" algn="just">
              <a:lnSpc>
                <a:spcPct val="135000"/>
              </a:lnSpc>
              <a:spcBef>
                <a:spcPts val="480"/>
              </a:spcBef>
              <a:spcAft>
                <a:spcPts val="0"/>
              </a:spcAft>
              <a:buClr>
                <a:srgbClr val="466221"/>
              </a:buClr>
              <a:buSzPts val="2160"/>
              <a:buFont typeface="Arial"/>
              <a:buAutoNum type="alphaLcParenR"/>
            </a:pPr>
            <a:r>
              <a:rPr b="0" i="0" lang="es-E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Completar el programa </a:t>
            </a:r>
            <a:r>
              <a:rPr b="1" i="0" lang="es-ES" sz="2400" u="none" cap="none" strike="noStrike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CalculoDeFactorial</a:t>
            </a:r>
            <a:r>
              <a:rPr b="0" i="0" lang="es-E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para que lea un valor X, invoque a la función </a:t>
            </a:r>
            <a:r>
              <a:rPr b="1" i="0" lang="es-ES" sz="2400" u="none" cap="none" strike="noStrike">
                <a:solidFill>
                  <a:srgbClr val="C00000"/>
                </a:solidFill>
                <a:latin typeface="Courier"/>
                <a:ea typeface="Courier"/>
                <a:cs typeface="Courier"/>
                <a:sym typeface="Courier"/>
              </a:rPr>
              <a:t>factorial</a:t>
            </a:r>
            <a:r>
              <a:rPr b="0" i="0" lang="es-ES" sz="2400" u="none" cap="none" strike="noStrike">
                <a:solidFill>
                  <a:srgbClr val="336699"/>
                </a:solidFill>
                <a:latin typeface="Courier"/>
                <a:ea typeface="Courier"/>
                <a:cs typeface="Courier"/>
                <a:sym typeface="Courier"/>
              </a:rPr>
              <a:t> </a:t>
            </a:r>
            <a:r>
              <a:rPr b="0" i="0" lang="es-E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 calcular </a:t>
            </a:r>
            <a:r>
              <a:rPr b="0" i="0" lang="es-ES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X!</a:t>
            </a:r>
            <a:r>
              <a:rPr b="0" baseline="30000" i="0" lang="es-ES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b="0" i="0" lang="es-E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y muestre el resultado.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just">
              <a:lnSpc>
                <a:spcPct val="135000"/>
              </a:lnSpc>
              <a:spcBef>
                <a:spcPts val="480"/>
              </a:spcBef>
              <a:spcAft>
                <a:spcPts val="0"/>
              </a:spcAft>
              <a:buClr>
                <a:srgbClr val="466221"/>
              </a:buClr>
              <a:buSzPts val="2160"/>
              <a:buFont typeface="Arial"/>
              <a:buAutoNum type="alphaLcParenR"/>
            </a:pPr>
            <a:r>
              <a:rPr b="0" i="0" lang="es-E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Compilar y ejecutar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3" name="Google Shape;823;p10"/>
          <p:cNvSpPr txBox="1"/>
          <p:nvPr/>
        </p:nvSpPr>
        <p:spPr>
          <a:xfrm>
            <a:off x="4758850" y="0"/>
            <a:ext cx="5779500" cy="2370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808080">
                <a:alpha val="38823"/>
              </a:srgbClr>
            </a:outerShdw>
          </a:effectLst>
        </p:spPr>
        <p:txBody>
          <a:bodyPr anchorCtr="0" anchor="t" bIns="72000" lIns="180000" spcFirstLastPara="1" rIns="180000" wrap="square" tIns="72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ES" sz="16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Function</a:t>
            </a:r>
            <a:r>
              <a:rPr b="0" i="0" lang="es-ES" sz="1600" u="none" cap="none" strike="noStrike">
                <a:solidFill>
                  <a:srgbClr val="336699"/>
                </a:solidFill>
                <a:latin typeface="Courier"/>
                <a:ea typeface="Courier"/>
                <a:cs typeface="Courier"/>
                <a:sym typeface="Courier"/>
              </a:rPr>
              <a:t> </a:t>
            </a:r>
            <a:r>
              <a:rPr b="1" i="0" lang="es-ES" sz="1600" u="none" cap="none" strike="noStrike">
                <a:solidFill>
                  <a:srgbClr val="C00000"/>
                </a:solidFill>
                <a:latin typeface="Courier"/>
                <a:ea typeface="Courier"/>
                <a:cs typeface="Courier"/>
                <a:sym typeface="Courier"/>
              </a:rPr>
              <a:t>factorial</a:t>
            </a:r>
            <a:r>
              <a:rPr b="1" i="0" lang="es-ES" sz="16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(x: integer): real;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ES" sz="16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begin</a:t>
            </a:r>
            <a:endParaRPr b="1" i="0" sz="16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 if (x &lt;= 1) then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   factorial:= 1;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 else</a:t>
            </a:r>
            <a:endParaRPr b="0" i="0" sz="16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   factorial := x * factorial</a:t>
            </a:r>
            <a:r>
              <a:rPr b="1" i="0" lang="es-ES" sz="16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(x-1)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ES" sz="16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end</a:t>
            </a:r>
            <a:r>
              <a:rPr b="0" i="0" lang="es-ES" sz="16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>
            <a:alpha val="20000"/>
          </a:schemeClr>
        </a:solidFill>
      </p:bgPr>
    </p:bg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p11"/>
          <p:cNvSpPr/>
          <p:nvPr/>
        </p:nvSpPr>
        <p:spPr>
          <a:xfrm>
            <a:off x="2124075" y="309563"/>
            <a:ext cx="5364163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CC66"/>
              </a:buClr>
              <a:buSzPts val="3200"/>
              <a:buFont typeface="Noto Sans Symbols"/>
              <a:buNone/>
            </a:pPr>
            <a:r>
              <a:rPr b="0" i="0" lang="es-ES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Actividad  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http://3.bp.blogspot.com/-BPf1HXI4kjk/VUFI53h4TMI/AAAAAAAAALE/4V7ytVtT6aE/s1600/imagen.gif" id="829" name="Google Shape;82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338" y="250825"/>
            <a:ext cx="1270000" cy="1162050"/>
          </a:xfrm>
          <a:prstGeom prst="rect">
            <a:avLst/>
          </a:prstGeom>
          <a:noFill/>
          <a:ln>
            <a:noFill/>
          </a:ln>
        </p:spPr>
      </p:pic>
      <p:sp>
        <p:nvSpPr>
          <p:cNvPr id="830" name="Google Shape;830;p11"/>
          <p:cNvSpPr txBox="1"/>
          <p:nvPr/>
        </p:nvSpPr>
        <p:spPr>
          <a:xfrm>
            <a:off x="215900" y="1581150"/>
            <a:ext cx="8712200" cy="44815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112"/>
              <a:buFont typeface="Arial"/>
              <a:buNone/>
            </a:pPr>
            <a:r>
              <a:rPr b="1" i="0" lang="es-E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Descargar de Asignaturas:   </a:t>
            </a:r>
            <a:r>
              <a:rPr b="1" i="0" lang="es-ES" sz="2400" u="none" cap="none" strike="noStrike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programaCalculoDePotencia</a:t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5738" lvl="0" marL="185738" marR="0" rtl="0" algn="just">
              <a:lnSpc>
                <a:spcPct val="135000"/>
              </a:lnSpc>
              <a:spcBef>
                <a:spcPts val="480"/>
              </a:spcBef>
              <a:spcAft>
                <a:spcPts val="0"/>
              </a:spcAft>
              <a:buClr>
                <a:srgbClr val="C00000"/>
              </a:buClr>
              <a:buSzPts val="2112"/>
              <a:buFont typeface="Calibri"/>
              <a:buAutoNum type="alphaLcParenR"/>
            </a:pPr>
            <a:r>
              <a:rPr b="0" i="0" lang="es-E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Implementar en el programa CalculoDePotencia, la función</a:t>
            </a:r>
            <a:r>
              <a:rPr b="0" i="0" lang="es-ES" sz="2400" u="none" cap="none" strike="noStrike">
                <a:solidFill>
                  <a:srgbClr val="336699"/>
                </a:solidFill>
                <a:latin typeface="Courier"/>
                <a:ea typeface="Courier"/>
                <a:cs typeface="Courier"/>
                <a:sym typeface="Courier"/>
              </a:rPr>
              <a:t> </a:t>
            </a:r>
            <a:r>
              <a:rPr b="1" i="0" lang="es-ES" sz="2400" u="none" cap="none" strike="noStrike">
                <a:solidFill>
                  <a:srgbClr val="C00000"/>
                </a:solidFill>
                <a:latin typeface="Courier"/>
                <a:ea typeface="Courier"/>
                <a:cs typeface="Courier"/>
                <a:sym typeface="Courier"/>
              </a:rPr>
              <a:t>potencia1. 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1625" lvl="0" marL="185738" marR="0" rtl="0" algn="just">
              <a:lnSpc>
                <a:spcPct val="135000"/>
              </a:lnSpc>
              <a:spcBef>
                <a:spcPts val="480"/>
              </a:spcBef>
              <a:spcAft>
                <a:spcPts val="0"/>
              </a:spcAft>
              <a:buClr>
                <a:srgbClr val="C00000"/>
              </a:buClr>
              <a:buSzPts val="2112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1625" lvl="0" marL="185738" marR="0" rtl="0" algn="just">
              <a:lnSpc>
                <a:spcPct val="135000"/>
              </a:lnSpc>
              <a:spcBef>
                <a:spcPts val="480"/>
              </a:spcBef>
              <a:spcAft>
                <a:spcPts val="0"/>
              </a:spcAft>
              <a:buClr>
                <a:srgbClr val="C00000"/>
              </a:buClr>
              <a:buSzPts val="2112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1625" lvl="0" marL="185738" marR="0" rtl="0" algn="just">
              <a:lnSpc>
                <a:spcPct val="135000"/>
              </a:lnSpc>
              <a:spcBef>
                <a:spcPts val="480"/>
              </a:spcBef>
              <a:spcAft>
                <a:spcPts val="0"/>
              </a:spcAft>
              <a:buClr>
                <a:srgbClr val="C00000"/>
              </a:buClr>
              <a:buSzPts val="2112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5738" lvl="0" marL="185738" marR="0" rtl="0" algn="just">
              <a:lnSpc>
                <a:spcPct val="135000"/>
              </a:lnSpc>
              <a:spcBef>
                <a:spcPts val="480"/>
              </a:spcBef>
              <a:spcAft>
                <a:spcPts val="0"/>
              </a:spcAft>
              <a:buClr>
                <a:srgbClr val="C00000"/>
              </a:buClr>
              <a:buSzPts val="2112"/>
              <a:buFont typeface="Calibri"/>
              <a:buAutoNum type="alphaLcParenR"/>
            </a:pPr>
            <a:r>
              <a:rPr b="0" i="0" lang="es-E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Invocar a la función </a:t>
            </a:r>
            <a:r>
              <a:rPr b="1" i="0" lang="es-ES" sz="2400" u="none" cap="none" strike="noStrike">
                <a:solidFill>
                  <a:srgbClr val="C00000"/>
                </a:solidFill>
                <a:latin typeface="Courier"/>
                <a:ea typeface="Courier"/>
                <a:cs typeface="Courier"/>
                <a:sym typeface="Courier"/>
              </a:rPr>
              <a:t>potencia1</a:t>
            </a:r>
            <a:r>
              <a:rPr b="0" i="0" lang="es-ES" sz="2400" u="none" cap="none" strike="noStrike">
                <a:solidFill>
                  <a:srgbClr val="336699"/>
                </a:solidFill>
                <a:latin typeface="Courier"/>
                <a:ea typeface="Courier"/>
                <a:cs typeface="Courier"/>
                <a:sym typeface="Courier"/>
              </a:rPr>
              <a:t> </a:t>
            </a:r>
            <a:r>
              <a:rPr b="0" i="0" lang="es-E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 calcular </a:t>
            </a:r>
            <a:r>
              <a:rPr b="0" i="0" lang="es-ES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r>
              <a:rPr b="0" baseline="30000" i="0" lang="es-ES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3 </a:t>
            </a:r>
            <a:r>
              <a:rPr b="0" i="0" lang="es-E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5738" lvl="0" marL="185738" marR="0" rtl="0" algn="just">
              <a:lnSpc>
                <a:spcPct val="135000"/>
              </a:lnSpc>
              <a:spcBef>
                <a:spcPts val="480"/>
              </a:spcBef>
              <a:spcAft>
                <a:spcPts val="0"/>
              </a:spcAft>
              <a:buClr>
                <a:srgbClr val="C00000"/>
              </a:buClr>
              <a:buSzPts val="2112"/>
              <a:buFont typeface="Calibri"/>
              <a:buAutoNum type="alphaLcParenR"/>
            </a:pPr>
            <a:r>
              <a:rPr b="0" i="0" lang="es-E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Compilar y ejecutar. ¿Qué ocurre? ¿Por qué?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1" name="Google Shape;831;p11"/>
          <p:cNvSpPr txBox="1"/>
          <p:nvPr/>
        </p:nvSpPr>
        <p:spPr>
          <a:xfrm>
            <a:off x="1944703" y="3211525"/>
            <a:ext cx="6532800" cy="1262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808080">
                <a:alpha val="38823"/>
              </a:srgbClr>
            </a:outerShdw>
          </a:effectLst>
        </p:spPr>
        <p:txBody>
          <a:bodyPr anchorCtr="0" anchor="t" bIns="72000" lIns="180000" spcFirstLastPara="1" rIns="180000" wrap="square" tIns="72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ES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Function</a:t>
            </a:r>
            <a:r>
              <a:rPr b="0" i="0" lang="es-ES" sz="1800" u="none" cap="none" strike="noStrike">
                <a:solidFill>
                  <a:srgbClr val="336699"/>
                </a:solidFill>
                <a:latin typeface="Courier"/>
                <a:ea typeface="Courier"/>
                <a:cs typeface="Courier"/>
                <a:sym typeface="Courier"/>
              </a:rPr>
              <a:t> </a:t>
            </a:r>
            <a:r>
              <a:rPr b="1" i="0" lang="es-ES" sz="1800" u="none" cap="none" strike="noStrike">
                <a:solidFill>
                  <a:srgbClr val="C00000"/>
                </a:solidFill>
                <a:latin typeface="Courier"/>
                <a:ea typeface="Courier"/>
                <a:cs typeface="Courier"/>
                <a:sym typeface="Courier"/>
              </a:rPr>
              <a:t>potencia1</a:t>
            </a:r>
            <a:r>
              <a:rPr b="0" i="0" lang="es-ES" sz="1800" u="none" cap="none" strike="noStrike">
                <a:solidFill>
                  <a:srgbClr val="336699"/>
                </a:solidFill>
                <a:latin typeface="Courier"/>
                <a:ea typeface="Courier"/>
                <a:cs typeface="Courier"/>
                <a:sym typeface="Courier"/>
              </a:rPr>
              <a:t> </a:t>
            </a:r>
            <a:r>
              <a:rPr b="1" i="0" lang="es-ES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(x,n: integer): real;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ES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begin</a:t>
            </a:r>
            <a:endParaRPr b="1" i="0" sz="18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 potencia1 := x * potencia1</a:t>
            </a:r>
            <a:r>
              <a:rPr b="1" i="0" lang="es-ES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(x,n-1)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ES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end</a:t>
            </a:r>
            <a:r>
              <a:rPr b="0" i="0" lang="es-ES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>
            <a:alpha val="20000"/>
          </a:schemeClr>
        </a:solidFill>
      </p:bgPr>
    </p:bg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12"/>
          <p:cNvSpPr txBox="1"/>
          <p:nvPr/>
        </p:nvSpPr>
        <p:spPr>
          <a:xfrm>
            <a:off x="269875" y="1016000"/>
            <a:ext cx="8712200" cy="5670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66221"/>
              </a:buClr>
              <a:buSzPts val="216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5738" lvl="0" marL="185738" marR="0" rtl="0" algn="just">
              <a:lnSpc>
                <a:spcPct val="135000"/>
              </a:lnSpc>
              <a:spcBef>
                <a:spcPts val="480"/>
              </a:spcBef>
              <a:spcAft>
                <a:spcPts val="0"/>
              </a:spcAft>
              <a:buClr>
                <a:srgbClr val="C00000"/>
              </a:buClr>
              <a:buSzPts val="2112"/>
              <a:buFont typeface="Calibri"/>
              <a:buAutoNum type="alphaLcParenR"/>
            </a:pPr>
            <a:r>
              <a:rPr b="0" i="0" lang="es-E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Implementar en el programa CalculoDePotencia, la función </a:t>
            </a:r>
            <a:r>
              <a:rPr b="1" i="0" lang="es-ES" sz="2400" u="none" cap="none" strike="noStrike">
                <a:solidFill>
                  <a:srgbClr val="C00000"/>
                </a:solidFill>
                <a:latin typeface="Courier"/>
                <a:ea typeface="Courier"/>
                <a:cs typeface="Courier"/>
                <a:sym typeface="Courier"/>
              </a:rPr>
              <a:t>potencia2. 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1625" lvl="0" marL="185738" marR="0" rtl="0" algn="just">
              <a:lnSpc>
                <a:spcPct val="135000"/>
              </a:lnSpc>
              <a:spcBef>
                <a:spcPts val="480"/>
              </a:spcBef>
              <a:spcAft>
                <a:spcPts val="0"/>
              </a:spcAft>
              <a:buClr>
                <a:srgbClr val="C00000"/>
              </a:buClr>
              <a:buSzPts val="2112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1625" lvl="0" marL="185738" marR="0" rtl="0" algn="just">
              <a:lnSpc>
                <a:spcPct val="135000"/>
              </a:lnSpc>
              <a:spcBef>
                <a:spcPts val="480"/>
              </a:spcBef>
              <a:spcAft>
                <a:spcPts val="0"/>
              </a:spcAft>
              <a:buClr>
                <a:srgbClr val="C00000"/>
              </a:buClr>
              <a:buSzPts val="2112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1625" lvl="0" marL="185738" marR="0" rtl="0" algn="just">
              <a:lnSpc>
                <a:spcPct val="135000"/>
              </a:lnSpc>
              <a:spcBef>
                <a:spcPts val="480"/>
              </a:spcBef>
              <a:spcAft>
                <a:spcPts val="0"/>
              </a:spcAft>
              <a:buClr>
                <a:srgbClr val="C00000"/>
              </a:buClr>
              <a:buSzPts val="2112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1625" lvl="0" marL="185738" marR="0" rtl="0" algn="just">
              <a:lnSpc>
                <a:spcPct val="135000"/>
              </a:lnSpc>
              <a:spcBef>
                <a:spcPts val="480"/>
              </a:spcBef>
              <a:spcAft>
                <a:spcPts val="0"/>
              </a:spcAft>
              <a:buClr>
                <a:srgbClr val="C00000"/>
              </a:buClr>
              <a:buSzPts val="2112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1625" lvl="0" marL="185738" marR="0" rtl="0" algn="just">
              <a:lnSpc>
                <a:spcPct val="135000"/>
              </a:lnSpc>
              <a:spcBef>
                <a:spcPts val="480"/>
              </a:spcBef>
              <a:spcAft>
                <a:spcPts val="0"/>
              </a:spcAft>
              <a:buClr>
                <a:srgbClr val="C00000"/>
              </a:buClr>
              <a:buSzPts val="2112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5738" lvl="0" marL="185738" marR="0" rtl="0" algn="just">
              <a:lnSpc>
                <a:spcPct val="135000"/>
              </a:lnSpc>
              <a:spcBef>
                <a:spcPts val="480"/>
              </a:spcBef>
              <a:spcAft>
                <a:spcPts val="0"/>
              </a:spcAft>
              <a:buClr>
                <a:srgbClr val="C00000"/>
              </a:buClr>
              <a:buSzPts val="2112"/>
              <a:buFont typeface="Calibri"/>
              <a:buAutoNum type="alphaLcParenR"/>
            </a:pPr>
            <a:r>
              <a:rPr b="0" i="0" lang="es-E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Invocar a la función </a:t>
            </a:r>
            <a:r>
              <a:rPr b="1" i="0" lang="es-ES" sz="2400" u="none" cap="none" strike="noStrike">
                <a:solidFill>
                  <a:srgbClr val="C00000"/>
                </a:solidFill>
                <a:latin typeface="Courier"/>
                <a:ea typeface="Courier"/>
                <a:cs typeface="Courier"/>
                <a:sym typeface="Courier"/>
              </a:rPr>
              <a:t>potencia2</a:t>
            </a:r>
            <a:r>
              <a:rPr b="0" i="0" lang="es-ES" sz="2400" u="none" cap="none" strike="noStrike">
                <a:solidFill>
                  <a:srgbClr val="336699"/>
                </a:solidFill>
                <a:latin typeface="Courier"/>
                <a:ea typeface="Courier"/>
                <a:cs typeface="Courier"/>
                <a:sym typeface="Courier"/>
              </a:rPr>
              <a:t> </a:t>
            </a:r>
            <a:r>
              <a:rPr b="0" i="0" lang="es-E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 calcular </a:t>
            </a:r>
            <a:r>
              <a:rPr b="0" i="0" lang="es-ES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r>
              <a:rPr b="0" baseline="30000" i="0" lang="es-ES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3 </a:t>
            </a:r>
            <a:r>
              <a:rPr b="0" i="0" lang="es-E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5738" lvl="0" marL="185738" marR="0" rtl="0" algn="just">
              <a:lnSpc>
                <a:spcPct val="135000"/>
              </a:lnSpc>
              <a:spcBef>
                <a:spcPts val="480"/>
              </a:spcBef>
              <a:spcAft>
                <a:spcPts val="0"/>
              </a:spcAft>
              <a:buClr>
                <a:srgbClr val="C00000"/>
              </a:buClr>
              <a:buSzPts val="2112"/>
              <a:buFont typeface="Calibri"/>
              <a:buAutoNum type="alphaLcParenR"/>
            </a:pPr>
            <a:r>
              <a:rPr b="0" i="0" lang="es-E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Compilar y ejecutar. ¿Qué ocurre? ¿Por qué?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7" name="Google Shape;837;p12"/>
          <p:cNvSpPr/>
          <p:nvPr/>
        </p:nvSpPr>
        <p:spPr>
          <a:xfrm>
            <a:off x="2124075" y="309563"/>
            <a:ext cx="5364163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CC66"/>
              </a:buClr>
              <a:buSzPts val="3200"/>
              <a:buFont typeface="Noto Sans Symbols"/>
              <a:buNone/>
            </a:pPr>
            <a:r>
              <a:rPr b="0" i="0" lang="es-ES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Actividad 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http://3.bp.blogspot.com/-BPf1HXI4kjk/VUFI53h4TMI/AAAAAAAAALE/4V7ytVtT6aE/s1600/imagen.gif" id="838" name="Google Shape;83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338" y="250825"/>
            <a:ext cx="1270000" cy="1162050"/>
          </a:xfrm>
          <a:prstGeom prst="rect">
            <a:avLst/>
          </a:prstGeom>
          <a:noFill/>
          <a:ln>
            <a:noFill/>
          </a:ln>
        </p:spPr>
      </p:pic>
      <p:sp>
        <p:nvSpPr>
          <p:cNvPr id="839" name="Google Shape;839;p12"/>
          <p:cNvSpPr txBox="1"/>
          <p:nvPr/>
        </p:nvSpPr>
        <p:spPr>
          <a:xfrm>
            <a:off x="1800225" y="2816225"/>
            <a:ext cx="6011863" cy="256857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808080">
                <a:alpha val="38823"/>
              </a:srgbClr>
            </a:outerShdw>
          </a:effectLst>
        </p:spPr>
        <p:txBody>
          <a:bodyPr anchorCtr="0" anchor="t" bIns="72000" lIns="180000" spcFirstLastPara="1" rIns="180000" wrap="square" tIns="72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ES" sz="20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Function</a:t>
            </a:r>
            <a:r>
              <a:rPr b="0" i="0" lang="es-ES" sz="2000" u="none" cap="none" strike="noStrike">
                <a:solidFill>
                  <a:srgbClr val="336699"/>
                </a:solidFill>
                <a:latin typeface="Courier"/>
                <a:ea typeface="Courier"/>
                <a:cs typeface="Courier"/>
                <a:sym typeface="Courier"/>
              </a:rPr>
              <a:t> </a:t>
            </a:r>
            <a:r>
              <a:rPr b="1" i="0" lang="es-ES" sz="2000" u="none" cap="none" strike="noStrike">
                <a:solidFill>
                  <a:srgbClr val="C00000"/>
                </a:solidFill>
                <a:latin typeface="Courier"/>
                <a:ea typeface="Courier"/>
                <a:cs typeface="Courier"/>
                <a:sym typeface="Courier"/>
              </a:rPr>
              <a:t>potencia2</a:t>
            </a:r>
            <a:r>
              <a:rPr b="0" i="0" lang="es-ES" sz="2000" u="none" cap="none" strike="noStrike">
                <a:solidFill>
                  <a:srgbClr val="336699"/>
                </a:solidFill>
                <a:latin typeface="Courier"/>
                <a:ea typeface="Courier"/>
                <a:cs typeface="Courier"/>
                <a:sym typeface="Courier"/>
              </a:rPr>
              <a:t> </a:t>
            </a:r>
            <a:r>
              <a:rPr b="1" i="0" lang="es-ES" sz="20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(x,n: integer): real;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ES" sz="20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begin</a:t>
            </a:r>
            <a:endParaRPr b="1" i="0" sz="20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 if (n = 0) then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   potencia2 := 1;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 else</a:t>
            </a:r>
            <a:endParaRPr b="0" i="0" sz="20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   potencia2 := x * potencia2</a:t>
            </a:r>
            <a:r>
              <a:rPr b="1" i="0" lang="es-ES" sz="20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(x,n)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ES" sz="20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end</a:t>
            </a:r>
            <a:r>
              <a:rPr b="0" i="0" lang="es-ES" sz="20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13"/>
          <p:cNvSpPr txBox="1"/>
          <p:nvPr>
            <p:ph idx="4294967295" type="title"/>
          </p:nvPr>
        </p:nvSpPr>
        <p:spPr>
          <a:xfrm>
            <a:off x="576263" y="368300"/>
            <a:ext cx="7886700" cy="10937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s-ES">
                <a:solidFill>
                  <a:srgbClr val="E65C01"/>
                </a:solidFill>
              </a:rPr>
              <a:t>¿Cómo funciona?</a:t>
            </a:r>
            <a:endParaRPr/>
          </a:p>
        </p:txBody>
      </p:sp>
      <p:cxnSp>
        <p:nvCxnSpPr>
          <p:cNvPr id="845" name="Google Shape;845;p13"/>
          <p:cNvCxnSpPr/>
          <p:nvPr/>
        </p:nvCxnSpPr>
        <p:spPr>
          <a:xfrm rot="10800000">
            <a:off x="7308850" y="3573463"/>
            <a:ext cx="1511300" cy="0"/>
          </a:xfrm>
          <a:prstGeom prst="straightConnector1">
            <a:avLst/>
          </a:prstGeom>
          <a:noFill/>
          <a:ln cap="flat" cmpd="sng" w="3175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46" name="Google Shape;846;p13"/>
          <p:cNvSpPr txBox="1"/>
          <p:nvPr/>
        </p:nvSpPr>
        <p:spPr>
          <a:xfrm>
            <a:off x="-12" y="2903525"/>
            <a:ext cx="5040300" cy="3954600"/>
          </a:xfrm>
          <a:prstGeom prst="rect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ES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Program ejemplo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s-ES" sz="17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b="0" i="0" lang="es-ES" sz="17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potencia (x,n:integer): real;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ES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begin</a:t>
            </a:r>
            <a:endParaRPr b="1" i="0" sz="18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if (n = 0) then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potencia:= 1;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else</a:t>
            </a:r>
            <a:endParaRPr b="0" i="0" sz="18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potencia := x * potencia(x,</a:t>
            </a:r>
            <a:r>
              <a:rPr b="1" i="0" lang="es-ES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n-1)</a:t>
            </a:r>
            <a:endParaRPr b="0" i="0" sz="18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ES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end</a:t>
            </a:r>
            <a:r>
              <a:rPr b="0" i="0" lang="es-ES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Begin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read (x,n);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write(potencia(x,n))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End.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47" name="Google Shape;847;p13"/>
          <p:cNvGrpSpPr/>
          <p:nvPr/>
        </p:nvGrpSpPr>
        <p:grpSpPr>
          <a:xfrm>
            <a:off x="7410397" y="327029"/>
            <a:ext cx="1519343" cy="1230309"/>
            <a:chOff x="7410107" y="327036"/>
            <a:chExt cx="1519343" cy="1230302"/>
          </a:xfrm>
        </p:grpSpPr>
        <p:sp>
          <p:nvSpPr>
            <p:cNvPr id="848" name="Google Shape;848;p13"/>
            <p:cNvSpPr/>
            <p:nvPr/>
          </p:nvSpPr>
          <p:spPr>
            <a:xfrm rot="-578007">
              <a:off x="7432385" y="447681"/>
              <a:ext cx="1474788" cy="39052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s-ES" sz="2000" u="none" cap="none" strike="noStrike">
                  <a:solidFill>
                    <a:srgbClr val="800000"/>
                  </a:solidFill>
                  <a:latin typeface="Calibri"/>
                  <a:ea typeface="Calibri"/>
                  <a:cs typeface="Calibri"/>
                  <a:sym typeface="Calibri"/>
                </a:rPr>
                <a:t>Retorna 8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9" name="Google Shape;849;p13"/>
            <p:cNvSpPr/>
            <p:nvPr/>
          </p:nvSpPr>
          <p:spPr>
            <a:xfrm>
              <a:off x="8172450" y="1125538"/>
              <a:ext cx="179388" cy="431800"/>
            </a:xfrm>
            <a:prstGeom prst="upArrow">
              <a:avLst>
                <a:gd fmla="val 50000" name="adj1"/>
                <a:gd fmla="val 36374" name="adj2"/>
              </a:avLst>
            </a:prstGeom>
            <a:solidFill>
              <a:srgbClr val="CC3300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t/>
              </a:r>
              <a:endParaRPr b="1" i="0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850" name="Google Shape;850;p13"/>
          <p:cNvGrpSpPr/>
          <p:nvPr/>
        </p:nvGrpSpPr>
        <p:grpSpPr>
          <a:xfrm>
            <a:off x="4972050" y="1468438"/>
            <a:ext cx="4137025" cy="1204912"/>
            <a:chOff x="4972560" y="1469207"/>
            <a:chExt cx="4135944" cy="1203709"/>
          </a:xfrm>
        </p:grpSpPr>
        <p:sp>
          <p:nvSpPr>
            <p:cNvPr id="851" name="Google Shape;851;p13"/>
            <p:cNvSpPr/>
            <p:nvPr/>
          </p:nvSpPr>
          <p:spPr>
            <a:xfrm>
              <a:off x="4972560" y="1840311"/>
              <a:ext cx="4135944" cy="832605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0060A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s-ES" sz="2400" u="none" cap="none" strike="noStrike">
                  <a:solidFill>
                    <a:srgbClr val="8A7006"/>
                  </a:solidFill>
                  <a:latin typeface="Century Schoolbook"/>
                  <a:ea typeface="Century Schoolbook"/>
                  <a:cs typeface="Century Schoolbook"/>
                  <a:sym typeface="Century Schoolbook"/>
                </a:rPr>
                <a:t>x= 2    n = 3</a:t>
              </a:r>
              <a:br>
                <a:rPr b="0" i="0" lang="es-ES" sz="2400" u="none" cap="none" strike="noStrike">
                  <a:solidFill>
                    <a:srgbClr val="8A7006"/>
                  </a:solidFill>
                  <a:latin typeface="Century Schoolbook"/>
                  <a:ea typeface="Century Schoolbook"/>
                  <a:cs typeface="Century Schoolbook"/>
                  <a:sym typeface="Century Schoolbook"/>
                </a:rPr>
              </a:br>
              <a:r>
                <a:rPr b="0" i="0" lang="es-ES" sz="2400" u="none" cap="none" strike="noStrike">
                  <a:solidFill>
                    <a:srgbClr val="8A7006"/>
                  </a:solidFill>
                  <a:latin typeface="Century Schoolbook"/>
                  <a:ea typeface="Century Schoolbook"/>
                  <a:cs typeface="Century Schoolbook"/>
                  <a:sym typeface="Century Schoolbook"/>
                </a:rPr>
                <a:t>potencia= 2*potencia(2,2)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2" name="Google Shape;852;p13"/>
            <p:cNvSpPr txBox="1"/>
            <p:nvPr/>
          </p:nvSpPr>
          <p:spPr>
            <a:xfrm>
              <a:off x="4972560" y="1469207"/>
              <a:ext cx="1293029" cy="3382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s-ES" sz="16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potencia(2,3)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53" name="Google Shape;853;p13"/>
          <p:cNvGrpSpPr/>
          <p:nvPr/>
        </p:nvGrpSpPr>
        <p:grpSpPr>
          <a:xfrm>
            <a:off x="5030788" y="2781300"/>
            <a:ext cx="4078287" cy="1204913"/>
            <a:chOff x="5030787" y="2781808"/>
            <a:chExt cx="4078287" cy="1204405"/>
          </a:xfrm>
        </p:grpSpPr>
        <p:sp>
          <p:nvSpPr>
            <p:cNvPr id="854" name="Google Shape;854;p13"/>
            <p:cNvSpPr/>
            <p:nvPr/>
          </p:nvSpPr>
          <p:spPr>
            <a:xfrm>
              <a:off x="5030787" y="3154714"/>
              <a:ext cx="4078287" cy="831499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0060A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s-ES" sz="2400" u="none" cap="none" strike="noStrike">
                  <a:solidFill>
                    <a:srgbClr val="8A7006"/>
                  </a:solidFill>
                  <a:latin typeface="Century Schoolbook"/>
                  <a:ea typeface="Century Schoolbook"/>
                  <a:cs typeface="Century Schoolbook"/>
                  <a:sym typeface="Century Schoolbook"/>
                </a:rPr>
                <a:t>x=2    n = 2</a:t>
              </a:r>
              <a:br>
                <a:rPr b="0" i="0" lang="es-ES" sz="2400" u="none" cap="none" strike="noStrike">
                  <a:solidFill>
                    <a:srgbClr val="8A7006"/>
                  </a:solidFill>
                  <a:latin typeface="Century Schoolbook"/>
                  <a:ea typeface="Century Schoolbook"/>
                  <a:cs typeface="Century Schoolbook"/>
                  <a:sym typeface="Century Schoolbook"/>
                </a:rPr>
              </a:br>
              <a:r>
                <a:rPr b="0" i="0" lang="es-ES" sz="2400" u="none" cap="none" strike="noStrike">
                  <a:solidFill>
                    <a:srgbClr val="8A7006"/>
                  </a:solidFill>
                  <a:latin typeface="Century Schoolbook"/>
                  <a:ea typeface="Century Schoolbook"/>
                  <a:cs typeface="Century Schoolbook"/>
                  <a:sym typeface="Century Schoolbook"/>
                </a:rPr>
                <a:t>potencia= 2*potencia(2,1)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5" name="Google Shape;855;p13"/>
            <p:cNvSpPr/>
            <p:nvPr/>
          </p:nvSpPr>
          <p:spPr>
            <a:xfrm>
              <a:off x="7200292" y="2781808"/>
              <a:ext cx="252413" cy="611188"/>
            </a:xfrm>
            <a:prstGeom prst="downArrow">
              <a:avLst>
                <a:gd fmla="val 50000" name="adj1"/>
                <a:gd fmla="val 36063" name="adj2"/>
              </a:avLst>
            </a:prstGeom>
            <a:solidFill>
              <a:srgbClr val="333399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t/>
              </a:r>
              <a:endParaRPr b="1" i="0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856" name="Google Shape;856;p13"/>
            <p:cNvSpPr txBox="1"/>
            <p:nvPr/>
          </p:nvSpPr>
          <p:spPr>
            <a:xfrm>
              <a:off x="5030788" y="2795483"/>
              <a:ext cx="1293367" cy="3384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s-ES" sz="16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potencia(2,2)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57" name="Google Shape;857;p13"/>
          <p:cNvGrpSpPr/>
          <p:nvPr/>
        </p:nvGrpSpPr>
        <p:grpSpPr>
          <a:xfrm>
            <a:off x="5030788" y="4021138"/>
            <a:ext cx="4078287" cy="1279525"/>
            <a:chOff x="5030788" y="4021488"/>
            <a:chExt cx="4078285" cy="1279720"/>
          </a:xfrm>
        </p:grpSpPr>
        <p:sp>
          <p:nvSpPr>
            <p:cNvPr id="858" name="Google Shape;858;p13"/>
            <p:cNvSpPr/>
            <p:nvPr/>
          </p:nvSpPr>
          <p:spPr>
            <a:xfrm>
              <a:off x="5030788" y="4469231"/>
              <a:ext cx="4078285" cy="83197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0060A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s-ES" sz="2400" u="none" cap="none" strike="noStrike">
                  <a:solidFill>
                    <a:srgbClr val="8A7006"/>
                  </a:solidFill>
                  <a:latin typeface="Century Schoolbook"/>
                  <a:ea typeface="Century Schoolbook"/>
                  <a:cs typeface="Century Schoolbook"/>
                  <a:sym typeface="Century Schoolbook"/>
                </a:rPr>
                <a:t>x=2    n = 1</a:t>
              </a:r>
              <a:br>
                <a:rPr b="0" i="0" lang="es-ES" sz="2400" u="none" cap="none" strike="noStrike">
                  <a:solidFill>
                    <a:srgbClr val="8A7006"/>
                  </a:solidFill>
                  <a:latin typeface="Century Schoolbook"/>
                  <a:ea typeface="Century Schoolbook"/>
                  <a:cs typeface="Century Schoolbook"/>
                  <a:sym typeface="Century Schoolbook"/>
                </a:rPr>
              </a:br>
              <a:r>
                <a:rPr b="0" i="0" lang="es-ES" sz="2400" u="none" cap="none" strike="noStrike">
                  <a:solidFill>
                    <a:srgbClr val="8A7006"/>
                  </a:solidFill>
                  <a:latin typeface="Century Schoolbook"/>
                  <a:ea typeface="Century Schoolbook"/>
                  <a:cs typeface="Century Schoolbook"/>
                  <a:sym typeface="Century Schoolbook"/>
                </a:rPr>
                <a:t>potencia= 2*potencia(2,0)</a:t>
              </a:r>
              <a:endParaRPr b="1" i="0" sz="2400" u="none" cap="none" strike="noStrike">
                <a:solidFill>
                  <a:srgbClr val="C00000"/>
                </a:solidFill>
                <a:latin typeface="Century Schoolbook"/>
                <a:ea typeface="Century Schoolbook"/>
                <a:cs typeface="Century Schoolbook"/>
                <a:sym typeface="Century Schoolbook"/>
              </a:endParaRPr>
            </a:p>
          </p:txBody>
        </p:sp>
        <p:sp>
          <p:nvSpPr>
            <p:cNvPr id="859" name="Google Shape;859;p13"/>
            <p:cNvSpPr/>
            <p:nvPr/>
          </p:nvSpPr>
          <p:spPr>
            <a:xfrm>
              <a:off x="7236296" y="4021488"/>
              <a:ext cx="252412" cy="576262"/>
            </a:xfrm>
            <a:prstGeom prst="downArrow">
              <a:avLst>
                <a:gd fmla="val 50000" name="adj1"/>
                <a:gd fmla="val 36412" name="adj2"/>
              </a:avLst>
            </a:prstGeom>
            <a:solidFill>
              <a:srgbClr val="333399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t/>
              </a:r>
              <a:endParaRPr b="1" i="0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860" name="Google Shape;860;p13"/>
            <p:cNvSpPr txBox="1"/>
            <p:nvPr/>
          </p:nvSpPr>
          <p:spPr>
            <a:xfrm>
              <a:off x="5054162" y="4136417"/>
              <a:ext cx="1293813" cy="3381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s-ES" sz="16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potencia(2,1)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61" name="Google Shape;861;p13"/>
          <p:cNvGrpSpPr/>
          <p:nvPr/>
        </p:nvGrpSpPr>
        <p:grpSpPr>
          <a:xfrm>
            <a:off x="5030788" y="5300663"/>
            <a:ext cx="4078287" cy="1189037"/>
            <a:chOff x="5030788" y="5301010"/>
            <a:chExt cx="4078285" cy="1188330"/>
          </a:xfrm>
        </p:grpSpPr>
        <p:sp>
          <p:nvSpPr>
            <p:cNvPr id="862" name="Google Shape;862;p13"/>
            <p:cNvSpPr/>
            <p:nvPr/>
          </p:nvSpPr>
          <p:spPr>
            <a:xfrm>
              <a:off x="5054600" y="5657985"/>
              <a:ext cx="4054473" cy="831355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0060A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6025" lIns="92075" spcFirstLastPara="1" rIns="92075" wrap="square" tIns="46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s-ES" sz="2400" u="none" cap="none" strike="noStrike">
                  <a:solidFill>
                    <a:srgbClr val="8A7006"/>
                  </a:solidFill>
                  <a:latin typeface="Century Schoolbook"/>
                  <a:ea typeface="Century Schoolbook"/>
                  <a:cs typeface="Century Schoolbook"/>
                  <a:sym typeface="Century Schoolbook"/>
                </a:rPr>
                <a:t>x=2     n = 0</a:t>
              </a:r>
              <a:br>
                <a:rPr b="0" i="0" lang="es-ES" sz="2400" u="none" cap="none" strike="noStrike">
                  <a:solidFill>
                    <a:srgbClr val="8A7006"/>
                  </a:solidFill>
                  <a:latin typeface="Century Schoolbook"/>
                  <a:ea typeface="Century Schoolbook"/>
                  <a:cs typeface="Century Schoolbook"/>
                  <a:sym typeface="Century Schoolbook"/>
                </a:rPr>
              </a:br>
              <a:r>
                <a:rPr b="0" i="0" lang="es-ES" sz="2400" u="none" cap="none" strike="noStrike">
                  <a:solidFill>
                    <a:srgbClr val="8A7006"/>
                  </a:solidFill>
                  <a:latin typeface="Century Schoolbook"/>
                  <a:ea typeface="Century Schoolbook"/>
                  <a:cs typeface="Century Schoolbook"/>
                  <a:sym typeface="Century Schoolbook"/>
                </a:rPr>
                <a:t>potencia = 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3" name="Google Shape;863;p13"/>
            <p:cNvSpPr txBox="1"/>
            <p:nvPr/>
          </p:nvSpPr>
          <p:spPr>
            <a:xfrm>
              <a:off x="5030788" y="5373216"/>
              <a:ext cx="1292225" cy="3381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s-ES" sz="16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potencia(2,0)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4" name="Google Shape;864;p13"/>
            <p:cNvSpPr/>
            <p:nvPr/>
          </p:nvSpPr>
          <p:spPr>
            <a:xfrm>
              <a:off x="7272300" y="5301010"/>
              <a:ext cx="250825" cy="576262"/>
            </a:xfrm>
            <a:prstGeom prst="downArrow">
              <a:avLst>
                <a:gd fmla="val 50000" name="adj1"/>
                <a:gd fmla="val 36642" name="adj2"/>
              </a:avLst>
            </a:prstGeom>
            <a:solidFill>
              <a:srgbClr val="333399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t/>
              </a:r>
              <a:endParaRPr b="1" i="0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865" name="Google Shape;865;p13"/>
          <p:cNvSpPr/>
          <p:nvPr/>
        </p:nvSpPr>
        <p:spPr>
          <a:xfrm>
            <a:off x="8531225" y="2246313"/>
            <a:ext cx="865188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s-ES" sz="24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b="0" i="0" lang="es-ES" sz="24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s-ES" sz="24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66" name="Google Shape;866;p13"/>
          <p:cNvGrpSpPr/>
          <p:nvPr/>
        </p:nvGrpSpPr>
        <p:grpSpPr>
          <a:xfrm>
            <a:off x="6875463" y="2205038"/>
            <a:ext cx="1803400" cy="1187450"/>
            <a:chOff x="6875987" y="2204497"/>
            <a:chExt cx="1803831" cy="1188499"/>
          </a:xfrm>
        </p:grpSpPr>
        <p:sp>
          <p:nvSpPr>
            <p:cNvPr id="867" name="Google Shape;867;p13"/>
            <p:cNvSpPr/>
            <p:nvPr/>
          </p:nvSpPr>
          <p:spPr>
            <a:xfrm>
              <a:off x="8172400" y="2783744"/>
              <a:ext cx="264477" cy="609252"/>
            </a:xfrm>
            <a:prstGeom prst="upArrow">
              <a:avLst>
                <a:gd fmla="val 50000" name="adj1"/>
                <a:gd fmla="val 36495" name="adj2"/>
              </a:avLst>
            </a:prstGeom>
            <a:solidFill>
              <a:srgbClr val="CC3300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t/>
              </a:r>
              <a:endParaRPr b="1" i="0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868" name="Google Shape;868;p13"/>
            <p:cNvSpPr/>
            <p:nvPr/>
          </p:nvSpPr>
          <p:spPr>
            <a:xfrm>
              <a:off x="6875987" y="2204497"/>
              <a:ext cx="1803831" cy="443303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B9612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s-ES" sz="2000" u="none" cap="none" strike="noStrike">
                  <a:solidFill>
                    <a:schemeClr val="lt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r>
                <a:rPr b="1" i="0" lang="es-ES" sz="2000" u="none" cap="none" strike="noStrike">
                  <a:solidFill>
                    <a:schemeClr val="lt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69" name="Google Shape;869;p13"/>
          <p:cNvGrpSpPr/>
          <p:nvPr/>
        </p:nvGrpSpPr>
        <p:grpSpPr>
          <a:xfrm>
            <a:off x="6875463" y="3525838"/>
            <a:ext cx="1803400" cy="1063625"/>
            <a:chOff x="6876719" y="3526696"/>
            <a:chExt cx="1802166" cy="1062440"/>
          </a:xfrm>
        </p:grpSpPr>
        <p:sp>
          <p:nvSpPr>
            <p:cNvPr id="870" name="Google Shape;870;p13"/>
            <p:cNvSpPr/>
            <p:nvPr/>
          </p:nvSpPr>
          <p:spPr>
            <a:xfrm>
              <a:off x="6876719" y="3526696"/>
              <a:ext cx="1802166" cy="442419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B9612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s-ES" sz="2000" u="none" cap="none" strike="noStrike">
                  <a:solidFill>
                    <a:schemeClr val="lt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r>
                <a:rPr b="1" i="0" lang="es-ES" sz="2000" u="none" cap="none" strike="noStrike">
                  <a:solidFill>
                    <a:schemeClr val="lt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1" name="Google Shape;871;p13"/>
            <p:cNvSpPr/>
            <p:nvPr/>
          </p:nvSpPr>
          <p:spPr>
            <a:xfrm>
              <a:off x="8206432" y="4003849"/>
              <a:ext cx="255972" cy="585287"/>
            </a:xfrm>
            <a:prstGeom prst="upArrow">
              <a:avLst>
                <a:gd fmla="val 50000" name="adj1"/>
                <a:gd fmla="val 36500" name="adj2"/>
              </a:avLst>
            </a:prstGeom>
            <a:solidFill>
              <a:srgbClr val="CC3300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t/>
              </a:r>
              <a:endParaRPr b="1" i="0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872" name="Google Shape;872;p13"/>
          <p:cNvGrpSpPr/>
          <p:nvPr/>
        </p:nvGrpSpPr>
        <p:grpSpPr>
          <a:xfrm>
            <a:off x="6875463" y="4857750"/>
            <a:ext cx="1803400" cy="1055688"/>
            <a:chOff x="6875981" y="4858872"/>
            <a:chExt cx="1803831" cy="1054404"/>
          </a:xfrm>
        </p:grpSpPr>
        <p:sp>
          <p:nvSpPr>
            <p:cNvPr id="873" name="Google Shape;873;p13"/>
            <p:cNvSpPr/>
            <p:nvPr/>
          </p:nvSpPr>
          <p:spPr>
            <a:xfrm>
              <a:off x="6875981" y="4858872"/>
              <a:ext cx="1803831" cy="44237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B9612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s-ES" sz="2000" u="none" cap="none" strike="noStrike">
                  <a:solidFill>
                    <a:schemeClr val="lt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r>
                <a:rPr b="1" i="0" lang="es-ES" sz="2000" u="none" cap="none" strike="noStrike">
                  <a:solidFill>
                    <a:schemeClr val="lt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4" name="Google Shape;874;p13"/>
            <p:cNvSpPr/>
            <p:nvPr/>
          </p:nvSpPr>
          <p:spPr>
            <a:xfrm>
              <a:off x="8208404" y="5309035"/>
              <a:ext cx="254000" cy="604241"/>
            </a:xfrm>
            <a:prstGeom prst="upArrow">
              <a:avLst>
                <a:gd fmla="val 50000" name="adj1"/>
                <a:gd fmla="val 36499" name="adj2"/>
              </a:avLst>
            </a:prstGeom>
            <a:solidFill>
              <a:srgbClr val="CC3300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t/>
              </a:r>
              <a:endParaRPr b="1" i="0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875" name="Google Shape;875;p13"/>
          <p:cNvSpPr/>
          <p:nvPr/>
        </p:nvSpPr>
        <p:spPr>
          <a:xfrm>
            <a:off x="8459788" y="3500438"/>
            <a:ext cx="865187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b="1" i="0" lang="es-ES" sz="24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b="0" i="0" lang="es-ES" sz="24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s-ES" sz="24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6" name="Google Shape;876;p13"/>
          <p:cNvSpPr/>
          <p:nvPr/>
        </p:nvSpPr>
        <p:spPr>
          <a:xfrm>
            <a:off x="8459788" y="4833938"/>
            <a:ext cx="865187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b="1" i="0" lang="es-ES" sz="24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b="0" i="0" lang="es-ES" sz="24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s-ES" sz="2400" u="none" cap="none" strike="noStrike">
                <a:solidFill>
                  <a:srgbClr val="CC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g1f2d34dc18b_0_18"/>
          <p:cNvSpPr txBox="1"/>
          <p:nvPr>
            <p:ph idx="4294967295" type="title"/>
          </p:nvPr>
        </p:nvSpPr>
        <p:spPr>
          <a:xfrm>
            <a:off x="2591100" y="135563"/>
            <a:ext cx="7886700" cy="8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s-ES" sz="3200">
                <a:solidFill>
                  <a:srgbClr val="E65C01"/>
                </a:solidFill>
              </a:rPr>
              <a:t>Ejemplo de Recursión 2</a:t>
            </a:r>
            <a:endParaRPr/>
          </a:p>
        </p:txBody>
      </p:sp>
      <p:sp>
        <p:nvSpPr>
          <p:cNvPr id="882" name="Google Shape;882;g1f2d34dc18b_0_18"/>
          <p:cNvSpPr txBox="1"/>
          <p:nvPr/>
        </p:nvSpPr>
        <p:spPr>
          <a:xfrm>
            <a:off x="2394075" y="1698600"/>
            <a:ext cx="6396600" cy="17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-ES" sz="2700" u="none" cap="none" strike="noStrike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Escribe un programa en Pascal que calcule la suma de los primeros N numeros utilizando recursión</a:t>
            </a:r>
            <a:endParaRPr b="0" i="0" sz="2700" u="none" cap="none" strike="noStrike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3" name="Google Shape;883;g1f2d34dc18b_0_18"/>
          <p:cNvSpPr/>
          <p:nvPr/>
        </p:nvSpPr>
        <p:spPr>
          <a:xfrm>
            <a:off x="279000" y="4359100"/>
            <a:ext cx="3268800" cy="1807500"/>
          </a:xfrm>
          <a:prstGeom prst="wedgeRoundRectCallout">
            <a:avLst>
              <a:gd fmla="val 53136" name="adj1"/>
              <a:gd fmla="val -133685" name="adj2"/>
              <a:gd fmla="val 0" name="adj3"/>
            </a:avLst>
          </a:prstGeom>
          <a:solidFill>
            <a:srgbClr val="FFA4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ES" sz="2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¿Cúal es el caso base?</a:t>
            </a:r>
            <a:endParaRPr b="1" i="0" sz="28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84" name="Google Shape;884;g1f2d34dc18b_0_18"/>
          <p:cNvSpPr/>
          <p:nvPr/>
        </p:nvSpPr>
        <p:spPr>
          <a:xfrm>
            <a:off x="5399975" y="4359100"/>
            <a:ext cx="3268800" cy="1807500"/>
          </a:xfrm>
          <a:prstGeom prst="wedgeRoundRectCallout">
            <a:avLst>
              <a:gd fmla="val -18821" name="adj1"/>
              <a:gd fmla="val -123047" name="adj2"/>
              <a:gd fmla="val 0" name="adj3"/>
            </a:avLst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ES" sz="2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¿Cómo realizo la suma?</a:t>
            </a:r>
            <a:endParaRPr b="1" i="0" sz="28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g1f2d34dc18b_0_5"/>
          <p:cNvSpPr txBox="1"/>
          <p:nvPr>
            <p:ph idx="4294967295" type="title"/>
          </p:nvPr>
        </p:nvSpPr>
        <p:spPr>
          <a:xfrm>
            <a:off x="2591100" y="135563"/>
            <a:ext cx="7886700" cy="8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s-ES" sz="3200">
                <a:solidFill>
                  <a:srgbClr val="E65C01"/>
                </a:solidFill>
              </a:rPr>
              <a:t>Ejemplo de Recursión 2</a:t>
            </a:r>
            <a:endParaRPr/>
          </a:p>
        </p:txBody>
      </p:sp>
      <p:sp>
        <p:nvSpPr>
          <p:cNvPr id="890" name="Google Shape;890;g1f2d34dc18b_0_5"/>
          <p:cNvSpPr txBox="1"/>
          <p:nvPr/>
        </p:nvSpPr>
        <p:spPr>
          <a:xfrm>
            <a:off x="128100" y="850400"/>
            <a:ext cx="9015900" cy="60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program SumaRecursiva;</a:t>
            </a:r>
            <a:endParaRPr b="0" i="0" sz="2000" u="none" cap="none" strike="noStrike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r>
              <a:rPr b="0" i="1" lang="es-ES" sz="2000" u="none" cap="none" strike="noStrike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unction CalcularSuma(n: integer): integer;</a:t>
            </a:r>
            <a:endParaRPr b="0" i="1" sz="2000" u="none" cap="none" strike="noStrike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1" lang="es-ES" sz="2000" u="none" cap="none" strike="noStrike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begin</a:t>
            </a:r>
            <a:endParaRPr b="0" i="1" sz="2000" u="none" cap="none" strike="noStrike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1" lang="es-ES" sz="2000" u="none" cap="none" strike="noStrike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  if n = 0 then</a:t>
            </a:r>
            <a:endParaRPr b="0" i="1" sz="2000" u="none" cap="none" strike="noStrike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1" lang="es-ES" sz="2000" u="none" cap="none" strike="noStrike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    CalcularSuma := 0</a:t>
            </a:r>
            <a:endParaRPr b="0" i="1" sz="2000" u="none" cap="none" strike="noStrike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1" lang="es-ES" sz="2000" u="none" cap="none" strike="noStrike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  else</a:t>
            </a:r>
            <a:endParaRPr b="0" i="1" sz="2000" u="none" cap="none" strike="noStrike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1" lang="es-ES" sz="2000" u="none" cap="none" strike="noStrike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    CalcularSuma := n + CalcularSuma(n - 1);</a:t>
            </a:r>
            <a:endParaRPr b="0" i="1" sz="2000" u="none" cap="none" strike="noStrike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1" lang="es-ES" sz="2000" u="none" cap="none" strike="noStrike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end;</a:t>
            </a:r>
            <a:endParaRPr b="0" i="1" sz="2000" u="none" cap="none" strike="noStrike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var</a:t>
            </a:r>
            <a:endParaRPr b="0" i="0" sz="2000" u="none" cap="none" strike="noStrike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  numero: integer;</a:t>
            </a:r>
            <a:endParaRPr b="0" i="0" sz="2000" u="none" cap="none" strike="noStrike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begin</a:t>
            </a:r>
            <a:endParaRPr b="0" i="0" sz="2000" u="none" cap="none" strike="noStrike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  write('Ingrese un número para calcular la suma de los primeros N números: ');</a:t>
            </a:r>
            <a:endParaRPr b="0" i="0" sz="2000" u="none" cap="none" strike="noStrike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  readln(numero);</a:t>
            </a:r>
            <a:endParaRPr b="0" i="0" sz="2000" u="none" cap="none" strike="noStrike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b="0" i="0" sz="2000" u="none" cap="none" strike="noStrike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  writeln('La suma de los primeros ', numero, ' números es: ', CalcularSuma(numero));</a:t>
            </a:r>
            <a:endParaRPr b="0" i="0" sz="2000" u="none" cap="none" strike="noStrike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end.</a:t>
            </a:r>
            <a:endParaRPr b="0" i="0" sz="2000" u="none" cap="none" strike="noStrike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g1f2d34dc18b_0_30"/>
          <p:cNvSpPr txBox="1"/>
          <p:nvPr>
            <p:ph idx="4294967295" type="title"/>
          </p:nvPr>
        </p:nvSpPr>
        <p:spPr>
          <a:xfrm>
            <a:off x="2591100" y="135563"/>
            <a:ext cx="7886700" cy="8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s-ES" sz="3200">
                <a:solidFill>
                  <a:srgbClr val="E65C01"/>
                </a:solidFill>
              </a:rPr>
              <a:t>Ejemplo de Recursión 3</a:t>
            </a:r>
            <a:endParaRPr/>
          </a:p>
        </p:txBody>
      </p:sp>
      <p:sp>
        <p:nvSpPr>
          <p:cNvPr id="896" name="Google Shape;896;g1f2d34dc18b_0_30"/>
          <p:cNvSpPr txBox="1"/>
          <p:nvPr/>
        </p:nvSpPr>
        <p:spPr>
          <a:xfrm>
            <a:off x="2227450" y="978575"/>
            <a:ext cx="67425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s-ES" sz="2600" u="none" cap="none" strike="noStrike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Escribe un programa en Pascal que genere la secuencia de </a:t>
            </a:r>
            <a:r>
              <a:rPr b="1" i="0" lang="es-ES" sz="2600" u="none" cap="none" strike="noStrike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Fibonacci </a:t>
            </a:r>
            <a:r>
              <a:rPr b="0" i="0" lang="es-ES" sz="2600" u="none" cap="none" strike="noStrike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hasta el enésimo término utilizando recursión.</a:t>
            </a:r>
            <a:endParaRPr b="0" i="0" sz="2600" u="none" cap="none" strike="noStrike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7" name="Google Shape;897;g1f2d34dc18b_0_30"/>
          <p:cNvSpPr/>
          <p:nvPr/>
        </p:nvSpPr>
        <p:spPr>
          <a:xfrm>
            <a:off x="-105550" y="3030525"/>
            <a:ext cx="3499500" cy="1769100"/>
          </a:xfrm>
          <a:prstGeom prst="wedgeRoundRectCallout">
            <a:avLst>
              <a:gd fmla="val 46704" name="adj1"/>
              <a:gd fmla="val -94199" name="adj2"/>
              <a:gd fmla="val 0" name="adj3"/>
            </a:avLst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7465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Calibri"/>
              <a:buAutoNum type="arabicPeriod"/>
            </a:pPr>
            <a:r>
              <a:rPr b="0" i="0" lang="es-ES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Buscar en la Web  que es el número de fibonacci</a:t>
            </a:r>
            <a:endParaRPr b="0" i="0" sz="2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8" name="Google Shape;898;g1f2d34dc18b_0_30"/>
          <p:cNvSpPr/>
          <p:nvPr/>
        </p:nvSpPr>
        <p:spPr>
          <a:xfrm>
            <a:off x="5644500" y="2774175"/>
            <a:ext cx="3499500" cy="1769100"/>
          </a:xfrm>
          <a:prstGeom prst="wedgeRoundRectCallout">
            <a:avLst>
              <a:gd fmla="val -33841" name="adj1"/>
              <a:gd fmla="val -79966" name="adj2"/>
              <a:gd fmla="val 0" name="adj3"/>
            </a:avLst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-ES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2. ¿Cómo se genera el Número de Fibonacci?</a:t>
            </a:r>
            <a:endParaRPr b="0" i="0" sz="2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9" name="Google Shape;899;g1f2d34dc18b_0_30"/>
          <p:cNvSpPr/>
          <p:nvPr/>
        </p:nvSpPr>
        <p:spPr>
          <a:xfrm>
            <a:off x="843025" y="4927800"/>
            <a:ext cx="3499500" cy="1769100"/>
          </a:xfrm>
          <a:prstGeom prst="wedgeRoundRectCallout">
            <a:avLst>
              <a:gd fmla="val 65019" name="adj1"/>
              <a:gd fmla="val -201703" name="adj2"/>
              <a:gd fmla="val 0" name="adj3"/>
            </a:avLst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-ES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3. ¿Cúal es el caso base?</a:t>
            </a:r>
            <a:endParaRPr b="0" i="0" sz="2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0" name="Google Shape;900;g1f2d34dc18b_0_30"/>
          <p:cNvSpPr/>
          <p:nvPr/>
        </p:nvSpPr>
        <p:spPr>
          <a:xfrm>
            <a:off x="5046125" y="5088900"/>
            <a:ext cx="3499500" cy="1769100"/>
          </a:xfrm>
          <a:prstGeom prst="wedgeRoundRectCallout">
            <a:avLst>
              <a:gd fmla="val -43365" name="adj1"/>
              <a:gd fmla="val -213708" name="adj2"/>
              <a:gd fmla="val 0" name="adj3"/>
            </a:avLst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-ES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4. ¿Qué tipo de recursión es?</a:t>
            </a:r>
            <a:endParaRPr b="0" i="0" sz="2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g1f2d34dc18b_0_40"/>
          <p:cNvSpPr txBox="1"/>
          <p:nvPr>
            <p:ph idx="4294967295" type="title"/>
          </p:nvPr>
        </p:nvSpPr>
        <p:spPr>
          <a:xfrm>
            <a:off x="2591100" y="135563"/>
            <a:ext cx="7886700" cy="8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s-ES" sz="3200">
                <a:solidFill>
                  <a:srgbClr val="E65C01"/>
                </a:solidFill>
              </a:rPr>
              <a:t>Ejemplo de Recursión 3</a:t>
            </a:r>
            <a:endParaRPr/>
          </a:p>
        </p:txBody>
      </p:sp>
      <p:sp>
        <p:nvSpPr>
          <p:cNvPr id="906" name="Google Shape;906;g1f2d34dc18b_0_40"/>
          <p:cNvSpPr txBox="1"/>
          <p:nvPr/>
        </p:nvSpPr>
        <p:spPr>
          <a:xfrm>
            <a:off x="35700" y="876025"/>
            <a:ext cx="9072600" cy="65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program FibonacciRecursivo;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function CalcularFibonacci(n: integer): integer;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begin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if (n = 0) or (n = 1) then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CalcularFibonacci := n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else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CalcularFibonacci := CalcularFibonacci(n - 1) + CalcularFibonacci(n - 2);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end;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var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numero, i: integer;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begin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write('Ingrese un número para generar la secuencia de Fibonacci hasta ese término: ');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readln(numero);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writeln('Secuencia de Fibonacci hasta el término ', numero, ':');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for i := 0 to numero do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write(CalcularFibonacci(i), ' ');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writeln;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end.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g1f2e8b50611_0_0"/>
          <p:cNvSpPr txBox="1"/>
          <p:nvPr>
            <p:ph idx="4294967295" type="title"/>
          </p:nvPr>
        </p:nvSpPr>
        <p:spPr>
          <a:xfrm>
            <a:off x="2591100" y="135563"/>
            <a:ext cx="7886700" cy="8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s-ES" sz="3200">
                <a:solidFill>
                  <a:srgbClr val="E65C01"/>
                </a:solidFill>
              </a:rPr>
              <a:t>Tipos de recursión</a:t>
            </a:r>
            <a:endParaRPr/>
          </a:p>
        </p:txBody>
      </p:sp>
      <p:sp>
        <p:nvSpPr>
          <p:cNvPr id="912" name="Google Shape;912;g1f2e8b50611_0_0"/>
          <p:cNvSpPr txBox="1"/>
          <p:nvPr/>
        </p:nvSpPr>
        <p:spPr>
          <a:xfrm>
            <a:off x="35700" y="876025"/>
            <a:ext cx="90726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Según el subprograma al que se llama, existen dos tipos de recursión: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● Recursividad simple o directa.  La función incluye una referencia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explícita a sí misma.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● Recursividad mutua o indirecta.  El módulo llama a otros módulos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 forma anidada y en la última llamada se llama al primero.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13" name="Google Shape;913;g1f2e8b50611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69100" y="1637288"/>
            <a:ext cx="3486150" cy="1609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4" name="Google Shape;914;g1f2e8b50611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7588" y="4278675"/>
            <a:ext cx="2093720" cy="2167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>
            <a:alpha val="20000"/>
          </a:schemeClr>
        </a:solidFill>
      </p:bgPr>
    </p:bg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14"/>
          <p:cNvSpPr/>
          <p:nvPr/>
        </p:nvSpPr>
        <p:spPr>
          <a:xfrm>
            <a:off x="2124075" y="309563"/>
            <a:ext cx="5364163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CC66"/>
              </a:buClr>
              <a:buSzPts val="3200"/>
              <a:buFont typeface="Noto Sans Symbols"/>
              <a:buNone/>
            </a:pPr>
            <a:r>
              <a:rPr b="0" i="0" lang="es-ES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Actividad 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http://3.bp.blogspot.com/-BPf1HXI4kjk/VUFI53h4TMI/AAAAAAAAALE/4V7ytVtT6aE/s1600/imagen.gif" id="920" name="Google Shape;92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338" y="250825"/>
            <a:ext cx="1270000" cy="1162050"/>
          </a:xfrm>
          <a:prstGeom prst="rect">
            <a:avLst/>
          </a:prstGeom>
          <a:noFill/>
          <a:ln>
            <a:noFill/>
          </a:ln>
        </p:spPr>
      </p:pic>
      <p:sp>
        <p:nvSpPr>
          <p:cNvPr id="921" name="Google Shape;921;p14"/>
          <p:cNvSpPr txBox="1"/>
          <p:nvPr/>
        </p:nvSpPr>
        <p:spPr>
          <a:xfrm>
            <a:off x="539750" y="1720850"/>
            <a:ext cx="8208963" cy="4930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6221"/>
              </a:buClr>
              <a:buSzPts val="2160"/>
              <a:buFont typeface="Arial"/>
              <a:buChar char="•"/>
            </a:pPr>
            <a:r>
              <a:rPr b="1" i="0" lang="es-E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Descargar de Asignaturas:   </a:t>
            </a:r>
            <a:r>
              <a:rPr b="1" i="0" lang="es-ES" sz="2400" u="none" cap="none" strike="noStrike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programaRecursion</a:t>
            </a:r>
            <a:endParaRPr b="1" i="0" sz="2400" u="none" cap="none" strike="noStrike">
              <a:solidFill>
                <a:srgbClr val="C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6221"/>
              </a:buClr>
              <a:buSzPts val="216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6221"/>
              </a:buClr>
              <a:buSzPts val="2160"/>
              <a:buFont typeface="Noto Sans Symbols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Utilizando </a:t>
            </a:r>
            <a:r>
              <a:rPr b="1" i="0" lang="es-ES" sz="2400" u="none" cap="none" strike="noStrike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ProgramaRecursion </a:t>
            </a:r>
            <a:r>
              <a:rPr b="0" i="0" lang="es-E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realice las siguientes actividades:</a:t>
            </a:r>
            <a:endParaRPr b="1" i="0" sz="2400" u="none" cap="none" strike="noStrike">
              <a:solidFill>
                <a:srgbClr val="C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just">
              <a:lnSpc>
                <a:spcPct val="135000"/>
              </a:lnSpc>
              <a:spcBef>
                <a:spcPts val="480"/>
              </a:spcBef>
              <a:spcAft>
                <a:spcPts val="0"/>
              </a:spcAft>
              <a:buClr>
                <a:srgbClr val="466221"/>
              </a:buClr>
              <a:buSzPts val="216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just">
              <a:lnSpc>
                <a:spcPct val="135000"/>
              </a:lnSpc>
              <a:spcBef>
                <a:spcPts val="480"/>
              </a:spcBef>
              <a:spcAft>
                <a:spcPts val="0"/>
              </a:spcAft>
              <a:buClr>
                <a:srgbClr val="C00000"/>
              </a:buClr>
              <a:buSzPts val="2112"/>
              <a:buFont typeface="Calibri"/>
              <a:buAutoNum type="alphaLcParenR"/>
            </a:pPr>
            <a:r>
              <a:rPr b="0" i="0" lang="es-E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Compilar y ejecutar.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35000"/>
              </a:lnSpc>
              <a:spcBef>
                <a:spcPts val="480"/>
              </a:spcBef>
              <a:spcAft>
                <a:spcPts val="0"/>
              </a:spcAft>
              <a:buClr>
                <a:srgbClr val="C00000"/>
              </a:buClr>
              <a:buSzPts val="2112"/>
              <a:buFont typeface="Calibri"/>
              <a:buAutoNum type="alphaLcParenR"/>
            </a:pPr>
            <a:r>
              <a:rPr b="0" i="0" lang="es-E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Responder: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44475" lvl="1" marL="1343025" marR="0" rtl="0" algn="just">
              <a:lnSpc>
                <a:spcPct val="135000"/>
              </a:lnSpc>
              <a:spcBef>
                <a:spcPts val="480"/>
              </a:spcBef>
              <a:spcAft>
                <a:spcPts val="0"/>
              </a:spcAft>
              <a:buClr>
                <a:srgbClr val="C00000"/>
              </a:buClr>
              <a:buSzPts val="2112"/>
              <a:buFont typeface="Arial"/>
              <a:buChar char="•"/>
            </a:pPr>
            <a:r>
              <a:rPr b="0" i="0" lang="es-E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¿Cuál es el caso base en el procedimiento </a:t>
            </a:r>
            <a:r>
              <a:rPr b="0" i="0" lang="es-ES" sz="2400" u="none" cap="none" strike="noStrike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digitoMaximo</a:t>
            </a:r>
            <a:r>
              <a:rPr b="0" i="0" lang="es-E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44475" lvl="1" marL="1343025" marR="0" rtl="0" algn="just">
              <a:lnSpc>
                <a:spcPct val="135000"/>
              </a:lnSpc>
              <a:spcBef>
                <a:spcPts val="480"/>
              </a:spcBef>
              <a:spcAft>
                <a:spcPts val="0"/>
              </a:spcAft>
              <a:buClr>
                <a:srgbClr val="C00000"/>
              </a:buClr>
              <a:buSzPts val="2112"/>
              <a:buFont typeface="Arial"/>
              <a:buChar char="•"/>
            </a:pPr>
            <a:r>
              <a:rPr b="0" i="0" lang="es-E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¿Cómo se acerca al caso base?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5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p15"/>
          <p:cNvSpPr txBox="1"/>
          <p:nvPr>
            <p:ph idx="4294967295" type="title"/>
          </p:nvPr>
        </p:nvSpPr>
        <p:spPr>
          <a:xfrm>
            <a:off x="3059063" y="142075"/>
            <a:ext cx="7886700" cy="1043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s-ES" sz="3200">
                <a:solidFill>
                  <a:srgbClr val="E65C01"/>
                </a:solidFill>
              </a:rPr>
              <a:t>¿Cómo funciona?</a:t>
            </a:r>
            <a:endParaRPr sz="3200"/>
          </a:p>
        </p:txBody>
      </p:sp>
      <p:sp>
        <p:nvSpPr>
          <p:cNvPr id="927" name="Google Shape;927;p15"/>
          <p:cNvSpPr/>
          <p:nvPr/>
        </p:nvSpPr>
        <p:spPr>
          <a:xfrm>
            <a:off x="323850" y="1968500"/>
            <a:ext cx="2411413" cy="1077913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0060A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8A700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Max = -1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8A700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digitoMaximo(132, max)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8A7006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928" name="Google Shape;928;p15"/>
          <p:cNvSpPr txBox="1"/>
          <p:nvPr/>
        </p:nvSpPr>
        <p:spPr>
          <a:xfrm>
            <a:off x="323850" y="1573213"/>
            <a:ext cx="1025525" cy="33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Prog. ppal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9" name="Google Shape;929;p15"/>
          <p:cNvSpPr/>
          <p:nvPr/>
        </p:nvSpPr>
        <p:spPr>
          <a:xfrm>
            <a:off x="2981325" y="1933575"/>
            <a:ext cx="1866900" cy="16891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0060A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8A700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n = 132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8A700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Max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1" sz="1600" u="none" cap="none" strike="noStrik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s-E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dig = 2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8A7006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930" name="Google Shape;930;p15"/>
          <p:cNvSpPr txBox="1"/>
          <p:nvPr/>
        </p:nvSpPr>
        <p:spPr>
          <a:xfrm>
            <a:off x="2906713" y="1536700"/>
            <a:ext cx="1971675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digitoMaximo(132, max)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1" name="Google Shape;931;p15"/>
          <p:cNvSpPr/>
          <p:nvPr/>
        </p:nvSpPr>
        <p:spPr>
          <a:xfrm>
            <a:off x="5019675" y="1933575"/>
            <a:ext cx="1695450" cy="16891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0060A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8A700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n = 13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8A700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Max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1" sz="1600" u="none" cap="none" strike="noStrik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s-E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dig =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8A7006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932" name="Google Shape;932;p15"/>
          <p:cNvSpPr txBox="1"/>
          <p:nvPr/>
        </p:nvSpPr>
        <p:spPr>
          <a:xfrm>
            <a:off x="4967288" y="1536700"/>
            <a:ext cx="1879600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digitoMaximo(13, max)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3" name="Google Shape;933;p15"/>
          <p:cNvSpPr/>
          <p:nvPr/>
        </p:nvSpPr>
        <p:spPr>
          <a:xfrm>
            <a:off x="6875463" y="1935163"/>
            <a:ext cx="1697037" cy="18161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0060A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8A700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n =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8A700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Max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1" sz="1600" u="none" cap="none" strike="noStrik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s-E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dig =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8A7006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934" name="Google Shape;934;p15"/>
          <p:cNvSpPr txBox="1"/>
          <p:nvPr/>
        </p:nvSpPr>
        <p:spPr>
          <a:xfrm>
            <a:off x="6840538" y="1536700"/>
            <a:ext cx="1789112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digitoMaximo(1, max)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35" name="Google Shape;935;p15"/>
          <p:cNvCxnSpPr/>
          <p:nvPr/>
        </p:nvCxnSpPr>
        <p:spPr>
          <a:xfrm rot="10800000">
            <a:off x="5543550" y="2473325"/>
            <a:ext cx="1404938" cy="0"/>
          </a:xfrm>
          <a:prstGeom prst="straightConnector1">
            <a:avLst/>
          </a:prstGeom>
          <a:noFill/>
          <a:ln cap="flat" cmpd="sng" w="25400">
            <a:solidFill>
              <a:srgbClr val="800000"/>
            </a:solidFill>
            <a:prstDash val="lgDash"/>
            <a:round/>
            <a:headEnd len="sm" w="sm" type="none"/>
            <a:tailEnd len="med" w="med" type="stealth"/>
          </a:ln>
          <a:effectLst>
            <a:outerShdw blurRad="50800" rotWithShape="0" dir="5400000" dist="25000">
              <a:srgbClr val="000000">
                <a:alpha val="40000"/>
              </a:srgbClr>
            </a:outerShdw>
          </a:effectLst>
        </p:spPr>
      </p:cxnSp>
      <p:cxnSp>
        <p:nvCxnSpPr>
          <p:cNvPr id="936" name="Google Shape;936;p15"/>
          <p:cNvCxnSpPr/>
          <p:nvPr/>
        </p:nvCxnSpPr>
        <p:spPr>
          <a:xfrm flipH="1">
            <a:off x="3527425" y="2473325"/>
            <a:ext cx="1549400" cy="34925"/>
          </a:xfrm>
          <a:prstGeom prst="straightConnector1">
            <a:avLst/>
          </a:prstGeom>
          <a:noFill/>
          <a:ln cap="flat" cmpd="sng" w="25400">
            <a:solidFill>
              <a:srgbClr val="800000"/>
            </a:solidFill>
            <a:prstDash val="lgDash"/>
            <a:round/>
            <a:headEnd len="sm" w="sm" type="none"/>
            <a:tailEnd len="med" w="med" type="stealth"/>
          </a:ln>
          <a:effectLst>
            <a:outerShdw blurRad="50800" rotWithShape="0" dir="5400000" dist="25000">
              <a:srgbClr val="000000">
                <a:alpha val="40000"/>
              </a:srgbClr>
            </a:outerShdw>
          </a:effectLst>
        </p:spPr>
      </p:cxnSp>
      <p:cxnSp>
        <p:nvCxnSpPr>
          <p:cNvPr id="937" name="Google Shape;937;p15"/>
          <p:cNvCxnSpPr>
            <a:endCxn id="938" idx="3"/>
          </p:cNvCxnSpPr>
          <p:nvPr/>
        </p:nvCxnSpPr>
        <p:spPr>
          <a:xfrm rot="10800000">
            <a:off x="1223963" y="2196307"/>
            <a:ext cx="1835100" cy="246000"/>
          </a:xfrm>
          <a:prstGeom prst="straightConnector1">
            <a:avLst/>
          </a:prstGeom>
          <a:noFill/>
          <a:ln cap="flat" cmpd="sng" w="25400">
            <a:solidFill>
              <a:srgbClr val="800000"/>
            </a:solidFill>
            <a:prstDash val="lgDash"/>
            <a:round/>
            <a:headEnd len="sm" w="sm" type="none"/>
            <a:tailEnd len="med" w="med" type="stealth"/>
          </a:ln>
          <a:effectLst>
            <a:outerShdw blurRad="50800" rotWithShape="0" dir="5400000" dist="25000">
              <a:srgbClr val="000000">
                <a:alpha val="40000"/>
              </a:srgbClr>
            </a:outerShdw>
          </a:effectLst>
        </p:spPr>
      </p:cxnSp>
      <p:sp>
        <p:nvSpPr>
          <p:cNvPr id="938" name="Google Shape;938;p15"/>
          <p:cNvSpPr txBox="1"/>
          <p:nvPr/>
        </p:nvSpPr>
        <p:spPr>
          <a:xfrm>
            <a:off x="935038" y="2011363"/>
            <a:ext cx="288925" cy="36988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ES" sz="18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9" name="Google Shape;939;p15"/>
          <p:cNvSpPr txBox="1"/>
          <p:nvPr/>
        </p:nvSpPr>
        <p:spPr>
          <a:xfrm>
            <a:off x="935038" y="2011363"/>
            <a:ext cx="288925" cy="36988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ES" sz="18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0" name="Google Shape;940;p15"/>
          <p:cNvSpPr/>
          <p:nvPr/>
        </p:nvSpPr>
        <p:spPr>
          <a:xfrm rot="-152658">
            <a:off x="123825" y="4057650"/>
            <a:ext cx="5834063" cy="263048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-ES" sz="15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procedure</a:t>
            </a:r>
            <a:r>
              <a:rPr b="0" i="0" lang="es-ES" sz="15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digitoMaximo(n: integer; var max: integer);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-ES" sz="15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var</a:t>
            </a:r>
            <a:endParaRPr b="1" i="0" sz="15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-ES" sz="15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dig: integer;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-ES" sz="15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begin</a:t>
            </a:r>
            <a:endParaRPr b="1" i="0" sz="15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-ES" sz="15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dig:= n mod 10;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-ES" sz="15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i="0" lang="es-ES" sz="15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if ( </a:t>
            </a:r>
            <a:r>
              <a:rPr b="0" i="0" lang="es-ES" sz="15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dig &gt; max ) </a:t>
            </a:r>
            <a:r>
              <a:rPr b="1" i="0" lang="es-ES" sz="15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then</a:t>
            </a:r>
            <a:endParaRPr b="1" i="0" sz="15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-ES" sz="15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max:= dig;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-ES" sz="15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n:= n div 10;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-ES" sz="15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i="0" lang="es-ES" sz="15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0" i="0" lang="es-ES" sz="15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(n &lt;&gt; 0) then</a:t>
            </a:r>
            <a:endParaRPr b="0" i="0" sz="15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-ES" sz="15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digitoMaximo(n, max);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-ES" sz="15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end</a:t>
            </a:r>
            <a:r>
              <a:rPr b="0" i="0" lang="es-ES" sz="15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41" name="Google Shape;941;p15"/>
          <p:cNvCxnSpPr>
            <a:stCxn id="929" idx="1"/>
            <a:endCxn id="929" idx="3"/>
          </p:cNvCxnSpPr>
          <p:nvPr/>
        </p:nvCxnSpPr>
        <p:spPr>
          <a:xfrm>
            <a:off x="2981325" y="2778125"/>
            <a:ext cx="1866900" cy="0"/>
          </a:xfrm>
          <a:prstGeom prst="straightConnector1">
            <a:avLst/>
          </a:prstGeom>
          <a:noFill/>
          <a:ln cap="flat" cmpd="sng" w="12700">
            <a:solidFill>
              <a:srgbClr val="33669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42" name="Google Shape;942;p15"/>
          <p:cNvCxnSpPr>
            <a:stCxn id="931" idx="1"/>
            <a:endCxn id="931" idx="3"/>
          </p:cNvCxnSpPr>
          <p:nvPr/>
        </p:nvCxnSpPr>
        <p:spPr>
          <a:xfrm>
            <a:off x="5019675" y="2778125"/>
            <a:ext cx="1695600" cy="0"/>
          </a:xfrm>
          <a:prstGeom prst="straightConnector1">
            <a:avLst/>
          </a:prstGeom>
          <a:noFill/>
          <a:ln cap="flat" cmpd="sng" w="12700">
            <a:solidFill>
              <a:srgbClr val="33669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43" name="Google Shape;943;p15"/>
          <p:cNvSpPr txBox="1"/>
          <p:nvPr/>
        </p:nvSpPr>
        <p:spPr>
          <a:xfrm>
            <a:off x="3343275" y="1952625"/>
            <a:ext cx="576263" cy="369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ES" sz="18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4" name="Google Shape;944;p15"/>
          <p:cNvSpPr txBox="1"/>
          <p:nvPr/>
        </p:nvSpPr>
        <p:spPr>
          <a:xfrm>
            <a:off x="5381625" y="1989138"/>
            <a:ext cx="576263" cy="36988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ES" sz="18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5" name="Google Shape;945;p15"/>
          <p:cNvSpPr txBox="1"/>
          <p:nvPr/>
        </p:nvSpPr>
        <p:spPr>
          <a:xfrm>
            <a:off x="7224713" y="1957388"/>
            <a:ext cx="576262" cy="36988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ES" sz="18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6" name="Google Shape;946;p15"/>
          <p:cNvSpPr/>
          <p:nvPr/>
        </p:nvSpPr>
        <p:spPr>
          <a:xfrm>
            <a:off x="2843213" y="1449388"/>
            <a:ext cx="2124075" cy="2339975"/>
          </a:xfrm>
          <a:prstGeom prst="rect">
            <a:avLst/>
          </a:prstGeom>
          <a:solidFill>
            <a:srgbClr val="D9D2E9"/>
          </a:solidFill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dir="5400000" dist="20000">
              <a:srgbClr val="000000">
                <a:alpha val="4117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947" name="Google Shape;947;p15"/>
          <p:cNvSpPr/>
          <p:nvPr/>
        </p:nvSpPr>
        <p:spPr>
          <a:xfrm>
            <a:off x="4859338" y="1374775"/>
            <a:ext cx="2098675" cy="2449513"/>
          </a:xfrm>
          <a:prstGeom prst="rect">
            <a:avLst/>
          </a:prstGeom>
          <a:solidFill>
            <a:srgbClr val="D9D2E9"/>
          </a:solidFill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dir="5400000" dist="20000">
              <a:srgbClr val="000000">
                <a:alpha val="4117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948" name="Google Shape;948;p15"/>
          <p:cNvCxnSpPr>
            <a:stCxn id="933" idx="1"/>
            <a:endCxn id="933" idx="3"/>
          </p:cNvCxnSpPr>
          <p:nvPr/>
        </p:nvCxnSpPr>
        <p:spPr>
          <a:xfrm>
            <a:off x="6875463" y="2843213"/>
            <a:ext cx="1697100" cy="0"/>
          </a:xfrm>
          <a:prstGeom prst="straightConnector1">
            <a:avLst/>
          </a:prstGeom>
          <a:noFill/>
          <a:ln cap="flat" cmpd="sng" w="12700">
            <a:solidFill>
              <a:srgbClr val="33669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49" name="Google Shape;949;p15"/>
          <p:cNvSpPr/>
          <p:nvPr/>
        </p:nvSpPr>
        <p:spPr>
          <a:xfrm>
            <a:off x="6804025" y="1370013"/>
            <a:ext cx="2016125" cy="2398712"/>
          </a:xfrm>
          <a:prstGeom prst="rect">
            <a:avLst/>
          </a:prstGeom>
          <a:solidFill>
            <a:srgbClr val="D9D2E9"/>
          </a:solidFill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dir="5400000" dist="20000">
              <a:srgbClr val="000000">
                <a:alpha val="4117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>
            <a:alpha val="20000"/>
          </a:schemeClr>
        </a:solidFill>
      </p:bgPr>
    </p:bg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p16"/>
          <p:cNvSpPr/>
          <p:nvPr/>
        </p:nvSpPr>
        <p:spPr>
          <a:xfrm>
            <a:off x="2124075" y="309563"/>
            <a:ext cx="5364163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CC66"/>
              </a:buClr>
              <a:buSzPts val="3200"/>
              <a:buFont typeface="Noto Sans Symbols"/>
              <a:buNone/>
            </a:pPr>
            <a:r>
              <a:rPr b="0" i="0" lang="es-ES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Actividad  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http://3.bp.blogspot.com/-BPf1HXI4kjk/VUFI53h4TMI/AAAAAAAAALE/4V7ytVtT6aE/s1600/imagen.gif" id="955" name="Google Shape;95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338" y="250825"/>
            <a:ext cx="1270000" cy="1162050"/>
          </a:xfrm>
          <a:prstGeom prst="rect">
            <a:avLst/>
          </a:prstGeom>
          <a:noFill/>
          <a:ln>
            <a:noFill/>
          </a:ln>
        </p:spPr>
      </p:pic>
      <p:sp>
        <p:nvSpPr>
          <p:cNvPr id="956" name="Google Shape;956;p16"/>
          <p:cNvSpPr txBox="1"/>
          <p:nvPr/>
        </p:nvSpPr>
        <p:spPr>
          <a:xfrm>
            <a:off x="287338" y="1052513"/>
            <a:ext cx="8461375" cy="62055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6221"/>
              </a:buClr>
              <a:buSzPts val="216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6221"/>
              </a:buClr>
              <a:buSzPts val="2160"/>
              <a:buFont typeface="Noto Sans Symbols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Utilizando </a:t>
            </a:r>
            <a:r>
              <a:rPr b="1" i="0" lang="es-ES" sz="2400" u="none" cap="none" strike="noStrike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ProgramaRecursion </a:t>
            </a:r>
            <a:r>
              <a:rPr b="0" i="0" lang="es-E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realice las siguientes actividades:</a:t>
            </a:r>
            <a:endParaRPr b="1" i="0" sz="2400" u="none" cap="none" strike="noStrike">
              <a:solidFill>
                <a:srgbClr val="C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just">
              <a:lnSpc>
                <a:spcPct val="135000"/>
              </a:lnSpc>
              <a:spcBef>
                <a:spcPts val="480"/>
              </a:spcBef>
              <a:spcAft>
                <a:spcPts val="0"/>
              </a:spcAft>
              <a:buClr>
                <a:srgbClr val="466221"/>
              </a:buClr>
              <a:buSzPts val="216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4112" lvl="0" marL="0" marR="0" rtl="0" algn="just">
              <a:lnSpc>
                <a:spcPct val="135000"/>
              </a:lnSpc>
              <a:spcBef>
                <a:spcPts val="480"/>
              </a:spcBef>
              <a:spcAft>
                <a:spcPts val="0"/>
              </a:spcAft>
              <a:buClr>
                <a:srgbClr val="C00000"/>
              </a:buClr>
              <a:buSzPts val="2112"/>
              <a:buFont typeface="Calibri"/>
              <a:buAutoNum type="alphaLcParenR"/>
            </a:pPr>
            <a:r>
              <a:rPr b="0" i="0" lang="es-E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Modificar el procedimiento digitoMaximo. Debe colocarse la instrucción </a:t>
            </a:r>
            <a:r>
              <a:rPr b="1" i="0" lang="es-ES" sz="2400" u="none" cap="none" strike="noStrike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writeln ('max: ', max); </a:t>
            </a:r>
            <a:r>
              <a:rPr b="0" i="0" lang="es-E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como última instrucción del procedimiento.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4112" lvl="0" marL="0" marR="0" rtl="0" algn="just">
              <a:lnSpc>
                <a:spcPct val="135000"/>
              </a:lnSpc>
              <a:spcBef>
                <a:spcPts val="480"/>
              </a:spcBef>
              <a:spcAft>
                <a:spcPts val="0"/>
              </a:spcAft>
              <a:buClr>
                <a:srgbClr val="C00000"/>
              </a:buClr>
              <a:buSzPts val="2112"/>
              <a:buFont typeface="Calibri"/>
              <a:buAutoNum type="alphaLcParenR"/>
            </a:pPr>
            <a:r>
              <a:rPr b="0" i="0" lang="es-E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Compilar y ejecutar.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4112" lvl="0" marL="0" marR="0" rtl="0" algn="just">
              <a:lnSpc>
                <a:spcPct val="135000"/>
              </a:lnSpc>
              <a:spcBef>
                <a:spcPts val="480"/>
              </a:spcBef>
              <a:spcAft>
                <a:spcPts val="0"/>
              </a:spcAft>
              <a:buClr>
                <a:srgbClr val="C00000"/>
              </a:buClr>
              <a:buSzPts val="2112"/>
              <a:buFont typeface="Calibri"/>
              <a:buAutoNum type="alphaLcParenR"/>
            </a:pPr>
            <a:r>
              <a:rPr b="0" i="0" lang="es-E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Responder: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just">
              <a:lnSpc>
                <a:spcPct val="135000"/>
              </a:lnSpc>
              <a:spcBef>
                <a:spcPts val="480"/>
              </a:spcBef>
              <a:spcAft>
                <a:spcPts val="0"/>
              </a:spcAft>
              <a:buClr>
                <a:srgbClr val="C00000"/>
              </a:buClr>
              <a:buSzPts val="2112"/>
              <a:buFont typeface="Arial"/>
              <a:buChar char="•"/>
            </a:pPr>
            <a:r>
              <a:rPr b="0" i="0" lang="es-E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¿Qué valor se muestra antes de finalizar cada módulo?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just">
              <a:lnSpc>
                <a:spcPct val="135000"/>
              </a:lnSpc>
              <a:spcBef>
                <a:spcPts val="480"/>
              </a:spcBef>
              <a:spcAft>
                <a:spcPts val="0"/>
              </a:spcAft>
              <a:buClr>
                <a:srgbClr val="C00000"/>
              </a:buClr>
              <a:buSzPts val="2112"/>
              <a:buFont typeface="Arial"/>
              <a:buChar char="•"/>
            </a:pPr>
            <a:r>
              <a:rPr b="0" i="0" lang="es-E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¿Qué valor se muestra en el programa principal?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35000"/>
              </a:lnSpc>
              <a:spcBef>
                <a:spcPts val="480"/>
              </a:spcBef>
              <a:spcAft>
                <a:spcPts val="0"/>
              </a:spcAft>
              <a:buClr>
                <a:srgbClr val="C00000"/>
              </a:buClr>
              <a:buSzPts val="2112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p17"/>
          <p:cNvSpPr/>
          <p:nvPr/>
        </p:nvSpPr>
        <p:spPr>
          <a:xfrm>
            <a:off x="323850" y="1627188"/>
            <a:ext cx="2411413" cy="14478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0060A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8A700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Max = -1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8A700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digitoMaximo(132, max)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8A700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Write (max)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8A7006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962" name="Google Shape;962;p17"/>
          <p:cNvSpPr txBox="1"/>
          <p:nvPr/>
        </p:nvSpPr>
        <p:spPr>
          <a:xfrm>
            <a:off x="323850" y="1231900"/>
            <a:ext cx="1025525" cy="3381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Prog. ppal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3" name="Google Shape;963;p17"/>
          <p:cNvSpPr/>
          <p:nvPr/>
        </p:nvSpPr>
        <p:spPr>
          <a:xfrm>
            <a:off x="2981325" y="1592263"/>
            <a:ext cx="1866900" cy="1817687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0060A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8A700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n = 132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8A700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Max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8A700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---------------------------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8A700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dig = 2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8A7006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964" name="Google Shape;964;p17"/>
          <p:cNvSpPr txBox="1"/>
          <p:nvPr/>
        </p:nvSpPr>
        <p:spPr>
          <a:xfrm>
            <a:off x="2906713" y="1195388"/>
            <a:ext cx="1954212" cy="33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digitoMax(132, max)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5" name="Google Shape;965;p17"/>
          <p:cNvSpPr/>
          <p:nvPr/>
        </p:nvSpPr>
        <p:spPr>
          <a:xfrm>
            <a:off x="5019675" y="1592263"/>
            <a:ext cx="1695450" cy="1817687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0060A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8A700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n = 13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8A700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Max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8A700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------------------------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8A700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dig =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8A7006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966" name="Google Shape;966;p17"/>
          <p:cNvSpPr txBox="1"/>
          <p:nvPr/>
        </p:nvSpPr>
        <p:spPr>
          <a:xfrm>
            <a:off x="4967288" y="1195388"/>
            <a:ext cx="1804987" cy="33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digitoMax(13, max)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7" name="Google Shape;967;p17"/>
          <p:cNvSpPr/>
          <p:nvPr/>
        </p:nvSpPr>
        <p:spPr>
          <a:xfrm>
            <a:off x="6875463" y="1593850"/>
            <a:ext cx="1697037" cy="1817688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0060A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8A700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n =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8A700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Max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8A700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------------------------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8A700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dig =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8A7006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968" name="Google Shape;968;p17"/>
          <p:cNvSpPr txBox="1"/>
          <p:nvPr/>
        </p:nvSpPr>
        <p:spPr>
          <a:xfrm>
            <a:off x="6840538" y="1195388"/>
            <a:ext cx="1700212" cy="33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digitoMax(1, max)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69" name="Google Shape;969;p17"/>
          <p:cNvCxnSpPr/>
          <p:nvPr/>
        </p:nvCxnSpPr>
        <p:spPr>
          <a:xfrm rot="10800000">
            <a:off x="5543550" y="2132013"/>
            <a:ext cx="1404938" cy="0"/>
          </a:xfrm>
          <a:prstGeom prst="straightConnector1">
            <a:avLst/>
          </a:prstGeom>
          <a:noFill/>
          <a:ln cap="flat" cmpd="sng" w="25400">
            <a:solidFill>
              <a:srgbClr val="800000"/>
            </a:solidFill>
            <a:prstDash val="lgDash"/>
            <a:round/>
            <a:headEnd len="sm" w="sm" type="none"/>
            <a:tailEnd len="med" w="med" type="stealth"/>
          </a:ln>
          <a:effectLst>
            <a:outerShdw blurRad="50800" rotWithShape="0" dir="5400000" dist="25000">
              <a:srgbClr val="000000">
                <a:alpha val="40000"/>
              </a:srgbClr>
            </a:outerShdw>
          </a:effectLst>
        </p:spPr>
      </p:cxnSp>
      <p:cxnSp>
        <p:nvCxnSpPr>
          <p:cNvPr id="970" name="Google Shape;970;p17"/>
          <p:cNvCxnSpPr/>
          <p:nvPr/>
        </p:nvCxnSpPr>
        <p:spPr>
          <a:xfrm flipH="1">
            <a:off x="3527425" y="2132013"/>
            <a:ext cx="1549400" cy="34925"/>
          </a:xfrm>
          <a:prstGeom prst="straightConnector1">
            <a:avLst/>
          </a:prstGeom>
          <a:noFill/>
          <a:ln cap="flat" cmpd="sng" w="25400">
            <a:solidFill>
              <a:srgbClr val="800000"/>
            </a:solidFill>
            <a:prstDash val="lgDash"/>
            <a:round/>
            <a:headEnd len="sm" w="sm" type="none"/>
            <a:tailEnd len="med" w="med" type="stealth"/>
          </a:ln>
          <a:effectLst>
            <a:outerShdw blurRad="50800" rotWithShape="0" dir="5400000" dist="25000">
              <a:srgbClr val="000000">
                <a:alpha val="40000"/>
              </a:srgbClr>
            </a:outerShdw>
          </a:effectLst>
        </p:spPr>
      </p:cxnSp>
      <p:cxnSp>
        <p:nvCxnSpPr>
          <p:cNvPr id="971" name="Google Shape;971;p17"/>
          <p:cNvCxnSpPr>
            <a:endCxn id="972" idx="3"/>
          </p:cNvCxnSpPr>
          <p:nvPr/>
        </p:nvCxnSpPr>
        <p:spPr>
          <a:xfrm rot="10800000">
            <a:off x="1223963" y="1840706"/>
            <a:ext cx="1835100" cy="246000"/>
          </a:xfrm>
          <a:prstGeom prst="straightConnector1">
            <a:avLst/>
          </a:prstGeom>
          <a:noFill/>
          <a:ln cap="flat" cmpd="sng" w="25400">
            <a:solidFill>
              <a:srgbClr val="800000"/>
            </a:solidFill>
            <a:prstDash val="lgDash"/>
            <a:round/>
            <a:headEnd len="sm" w="sm" type="none"/>
            <a:tailEnd len="med" w="med" type="stealth"/>
          </a:ln>
          <a:effectLst>
            <a:outerShdw blurRad="50800" rotWithShape="0" dir="5400000" dist="25000">
              <a:srgbClr val="000000">
                <a:alpha val="40000"/>
              </a:srgbClr>
            </a:outerShdw>
          </a:effectLst>
        </p:spPr>
      </p:cxnSp>
      <p:sp>
        <p:nvSpPr>
          <p:cNvPr id="973" name="Google Shape;973;p17"/>
          <p:cNvSpPr/>
          <p:nvPr/>
        </p:nvSpPr>
        <p:spPr>
          <a:xfrm>
            <a:off x="6780213" y="1125538"/>
            <a:ext cx="2017712" cy="2322512"/>
          </a:xfrm>
          <a:prstGeom prst="rect">
            <a:avLst/>
          </a:prstGeom>
          <a:solidFill>
            <a:srgbClr val="FFFFFF">
              <a:alpha val="60000"/>
            </a:srgbClr>
          </a:solidFill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dir="5400000" dist="20000">
              <a:srgbClr val="000000">
                <a:alpha val="4117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974" name="Google Shape;974;p17"/>
          <p:cNvSpPr/>
          <p:nvPr/>
        </p:nvSpPr>
        <p:spPr>
          <a:xfrm>
            <a:off x="4824413" y="1127125"/>
            <a:ext cx="2016125" cy="2339975"/>
          </a:xfrm>
          <a:prstGeom prst="rect">
            <a:avLst/>
          </a:prstGeom>
          <a:solidFill>
            <a:srgbClr val="FFFFFF">
              <a:alpha val="60000"/>
            </a:srgbClr>
          </a:solidFill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dir="5400000" dist="20000">
              <a:srgbClr val="000000">
                <a:alpha val="4117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975" name="Google Shape;975;p17"/>
          <p:cNvSpPr/>
          <p:nvPr/>
        </p:nvSpPr>
        <p:spPr>
          <a:xfrm>
            <a:off x="2820988" y="1125538"/>
            <a:ext cx="2124075" cy="2339975"/>
          </a:xfrm>
          <a:prstGeom prst="rect">
            <a:avLst/>
          </a:prstGeom>
          <a:solidFill>
            <a:srgbClr val="FFFFFF">
              <a:alpha val="60000"/>
            </a:srgbClr>
          </a:solidFill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dir="5400000" dist="20000">
              <a:srgbClr val="000000">
                <a:alpha val="4117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972" name="Google Shape;972;p17"/>
          <p:cNvSpPr txBox="1"/>
          <p:nvPr/>
        </p:nvSpPr>
        <p:spPr>
          <a:xfrm>
            <a:off x="935038" y="1655763"/>
            <a:ext cx="288925" cy="36988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ES" sz="18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6" name="Google Shape;976;p17"/>
          <p:cNvSpPr txBox="1"/>
          <p:nvPr/>
        </p:nvSpPr>
        <p:spPr>
          <a:xfrm>
            <a:off x="935038" y="1655763"/>
            <a:ext cx="288925" cy="36988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ES" sz="18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7" name="Google Shape;977;p17"/>
          <p:cNvSpPr txBox="1"/>
          <p:nvPr>
            <p:ph idx="4294967295" type="title"/>
          </p:nvPr>
        </p:nvSpPr>
        <p:spPr>
          <a:xfrm>
            <a:off x="358775" y="203200"/>
            <a:ext cx="7886700" cy="10429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s-ES">
                <a:solidFill>
                  <a:srgbClr val="E65C01"/>
                </a:solidFill>
              </a:rPr>
              <a:t>¿Cómo funciona?</a:t>
            </a:r>
            <a:endParaRPr/>
          </a:p>
        </p:txBody>
      </p:sp>
      <p:sp>
        <p:nvSpPr>
          <p:cNvPr id="978" name="Google Shape;978;p17"/>
          <p:cNvSpPr txBox="1"/>
          <p:nvPr/>
        </p:nvSpPr>
        <p:spPr>
          <a:xfrm rot="-518469">
            <a:off x="6938963" y="3498850"/>
            <a:ext cx="1525587" cy="3381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E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Imprime max: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9" name="Google Shape;979;p17"/>
          <p:cNvSpPr txBox="1"/>
          <p:nvPr/>
        </p:nvSpPr>
        <p:spPr>
          <a:xfrm rot="-518469">
            <a:off x="5032375" y="3536950"/>
            <a:ext cx="1527175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E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Imprime max: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0" name="Google Shape;980;p17"/>
          <p:cNvSpPr txBox="1"/>
          <p:nvPr/>
        </p:nvSpPr>
        <p:spPr>
          <a:xfrm rot="-518469">
            <a:off x="3076575" y="3517900"/>
            <a:ext cx="1525588" cy="3381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E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Imprime max: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1" name="Google Shape;981;p17"/>
          <p:cNvSpPr txBox="1"/>
          <p:nvPr/>
        </p:nvSpPr>
        <p:spPr>
          <a:xfrm rot="-518469">
            <a:off x="612775" y="3155950"/>
            <a:ext cx="1525588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E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Imprime max: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2" name="Google Shape;982;p17"/>
          <p:cNvSpPr/>
          <p:nvPr/>
        </p:nvSpPr>
        <p:spPr>
          <a:xfrm rot="-152738">
            <a:off x="207039" y="4294513"/>
            <a:ext cx="5565692" cy="267653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ES" sz="14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procedure</a:t>
            </a:r>
            <a:r>
              <a:rPr b="0" i="0" lang="es-ES" sz="14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digitoMaximo(n: integer; var max: integer);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ES" sz="14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var</a:t>
            </a:r>
            <a:endParaRPr b="1" i="0" sz="14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4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dig: integer;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ES" sz="14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begin</a:t>
            </a:r>
            <a:endParaRPr b="1" i="0" sz="14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4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dig:= n mod 10;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4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i="0" lang="es-ES" sz="14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if ( </a:t>
            </a:r>
            <a:r>
              <a:rPr b="0" i="0" lang="es-ES" sz="14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dig &gt; max ) </a:t>
            </a:r>
            <a:r>
              <a:rPr b="1" i="0" lang="es-ES" sz="14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then</a:t>
            </a:r>
            <a:endParaRPr b="1" i="0" sz="14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4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max:= dig;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4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n:= n div 10;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4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i="0" lang="es-ES" sz="14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0" i="0" lang="es-ES" sz="14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(n &lt;&gt; 0) then</a:t>
            </a:r>
            <a:endParaRPr b="0" i="0" sz="14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4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digitoMaximo(n, max);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4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i="0" lang="es-ES" sz="14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writeln ('max: ', max)</a:t>
            </a:r>
            <a:r>
              <a:rPr b="0" i="0" lang="es-ES" sz="14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4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ES" sz="14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end</a:t>
            </a:r>
            <a:r>
              <a:rPr b="0" i="0" lang="es-ES" sz="14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>
            <a:alpha val="20000"/>
          </a:schemeClr>
        </a:solidFill>
      </p:bgPr>
    </p:bg>
    <p:spTree>
      <p:nvGrpSpPr>
        <p:cNvPr id="986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p18"/>
          <p:cNvSpPr/>
          <p:nvPr/>
        </p:nvSpPr>
        <p:spPr>
          <a:xfrm>
            <a:off x="2124075" y="309563"/>
            <a:ext cx="5364163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CC66"/>
              </a:buClr>
              <a:buSzPts val="3200"/>
              <a:buFont typeface="Noto Sans Symbols"/>
              <a:buNone/>
            </a:pPr>
            <a:r>
              <a:rPr b="0" i="0" lang="es-ES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Actividad    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http://3.bp.blogspot.com/-BPf1HXI4kjk/VUFI53h4TMI/AAAAAAAAALE/4V7ytVtT6aE/s1600/imagen.gif" id="988" name="Google Shape;98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338" y="250825"/>
            <a:ext cx="1270000" cy="1162050"/>
          </a:xfrm>
          <a:prstGeom prst="rect">
            <a:avLst/>
          </a:prstGeom>
          <a:noFill/>
          <a:ln>
            <a:noFill/>
          </a:ln>
        </p:spPr>
      </p:pic>
      <p:sp>
        <p:nvSpPr>
          <p:cNvPr id="989" name="Google Shape;989;p18"/>
          <p:cNvSpPr txBox="1"/>
          <p:nvPr/>
        </p:nvSpPr>
        <p:spPr>
          <a:xfrm>
            <a:off x="539750" y="1196975"/>
            <a:ext cx="8208963" cy="5705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6221"/>
              </a:buClr>
              <a:buSzPts val="216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6221"/>
              </a:buClr>
              <a:buSzPts val="2160"/>
              <a:buFont typeface="Noto Sans Symbols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Utilizando </a:t>
            </a:r>
            <a:r>
              <a:rPr b="1" i="0" lang="es-ES" sz="2400" u="none" cap="none" strike="noStrike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ProgramaRecursion </a:t>
            </a:r>
            <a:r>
              <a:rPr b="0" i="0" lang="es-E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realice las siguientes actividades:</a:t>
            </a:r>
            <a:endParaRPr b="1" i="0" sz="2400" u="none" cap="none" strike="noStrike">
              <a:solidFill>
                <a:srgbClr val="C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just">
              <a:lnSpc>
                <a:spcPct val="135000"/>
              </a:lnSpc>
              <a:spcBef>
                <a:spcPts val="480"/>
              </a:spcBef>
              <a:spcAft>
                <a:spcPts val="0"/>
              </a:spcAft>
              <a:buClr>
                <a:srgbClr val="466221"/>
              </a:buClr>
              <a:buSzPts val="216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4112" lvl="0" marL="0" marR="0" rtl="0" algn="just">
              <a:lnSpc>
                <a:spcPct val="135000"/>
              </a:lnSpc>
              <a:spcBef>
                <a:spcPts val="480"/>
              </a:spcBef>
              <a:spcAft>
                <a:spcPts val="0"/>
              </a:spcAft>
              <a:buClr>
                <a:srgbClr val="C00000"/>
              </a:buClr>
              <a:buSzPts val="2112"/>
              <a:buFont typeface="Calibri"/>
              <a:buAutoNum type="alphaLcParenR"/>
            </a:pPr>
            <a:r>
              <a:rPr b="0" i="0" lang="es-E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Modificar el procedimiento </a:t>
            </a:r>
            <a:r>
              <a:rPr b="0" i="0" lang="es-ES" sz="2400" u="none" cap="none" strike="noStrike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digitoMaximo</a:t>
            </a:r>
            <a:r>
              <a:rPr b="0" i="0" lang="es-E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Debe pasarse el parámetro </a:t>
            </a:r>
            <a:r>
              <a:rPr b="0" i="0" lang="es-ES" sz="2400" u="none" cap="none" strike="noStrike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max</a:t>
            </a:r>
            <a:r>
              <a:rPr b="0" i="0" lang="es-E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s-E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por valor.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4112" lvl="0" marL="0" marR="0" rtl="0" algn="just">
              <a:lnSpc>
                <a:spcPct val="135000"/>
              </a:lnSpc>
              <a:spcBef>
                <a:spcPts val="480"/>
              </a:spcBef>
              <a:spcAft>
                <a:spcPts val="0"/>
              </a:spcAft>
              <a:buClr>
                <a:srgbClr val="C00000"/>
              </a:buClr>
              <a:buSzPts val="2112"/>
              <a:buFont typeface="Calibri"/>
              <a:buAutoNum type="alphaLcParenR"/>
            </a:pPr>
            <a:r>
              <a:rPr b="0" i="0" lang="es-E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Compilar y ejecutar.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4112" lvl="0" marL="0" marR="0" rtl="0" algn="just">
              <a:lnSpc>
                <a:spcPct val="135000"/>
              </a:lnSpc>
              <a:spcBef>
                <a:spcPts val="480"/>
              </a:spcBef>
              <a:spcAft>
                <a:spcPts val="0"/>
              </a:spcAft>
              <a:buClr>
                <a:srgbClr val="C00000"/>
              </a:buClr>
              <a:buSzPts val="2112"/>
              <a:buFont typeface="Calibri"/>
              <a:buAutoNum type="alphaLcParenR"/>
            </a:pPr>
            <a:r>
              <a:rPr b="0" i="0" lang="es-E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Responder: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just">
              <a:lnSpc>
                <a:spcPct val="135000"/>
              </a:lnSpc>
              <a:spcBef>
                <a:spcPts val="480"/>
              </a:spcBef>
              <a:spcAft>
                <a:spcPts val="0"/>
              </a:spcAft>
              <a:buClr>
                <a:srgbClr val="C00000"/>
              </a:buClr>
              <a:buSzPts val="2112"/>
              <a:buFont typeface="Arial"/>
              <a:buChar char="•"/>
            </a:pPr>
            <a:r>
              <a:rPr b="0" i="0" lang="es-E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¿Qué valor se muestra antes de finalizar cada módulo?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just">
              <a:lnSpc>
                <a:spcPct val="135000"/>
              </a:lnSpc>
              <a:spcBef>
                <a:spcPts val="480"/>
              </a:spcBef>
              <a:spcAft>
                <a:spcPts val="0"/>
              </a:spcAft>
              <a:buClr>
                <a:srgbClr val="C00000"/>
              </a:buClr>
              <a:buSzPts val="2112"/>
              <a:buFont typeface="Arial"/>
              <a:buChar char="•"/>
            </a:pPr>
            <a:r>
              <a:rPr b="0" i="0" lang="es-E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¿Qué valor se muestra en el programa principal?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35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3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p19"/>
          <p:cNvSpPr/>
          <p:nvPr/>
        </p:nvSpPr>
        <p:spPr>
          <a:xfrm>
            <a:off x="323850" y="2384425"/>
            <a:ext cx="2484438" cy="954088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0060A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400" u="none" cap="none" strike="noStrike">
                <a:solidFill>
                  <a:srgbClr val="8A7006"/>
                </a:solidFill>
                <a:latin typeface="Arial"/>
                <a:ea typeface="Arial"/>
                <a:cs typeface="Arial"/>
                <a:sym typeface="Arial"/>
              </a:rPr>
              <a:t>Max = -1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400" u="none" cap="none" strike="noStrike">
                <a:solidFill>
                  <a:srgbClr val="8A7006"/>
                </a:solidFill>
                <a:latin typeface="Arial"/>
                <a:ea typeface="Arial"/>
                <a:cs typeface="Arial"/>
                <a:sym typeface="Arial"/>
              </a:rPr>
              <a:t>digitoMaximo(132, max)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400" u="none" cap="none" strike="noStrike">
                <a:solidFill>
                  <a:srgbClr val="8A7006"/>
                </a:solidFill>
                <a:latin typeface="Arial"/>
                <a:ea typeface="Arial"/>
                <a:cs typeface="Arial"/>
                <a:sym typeface="Arial"/>
              </a:rPr>
              <a:t>Write (max)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5" name="Google Shape;995;p19"/>
          <p:cNvSpPr txBox="1"/>
          <p:nvPr/>
        </p:nvSpPr>
        <p:spPr>
          <a:xfrm>
            <a:off x="323850" y="1989138"/>
            <a:ext cx="1025525" cy="33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Prog. ppal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6" name="Google Shape;996;p19"/>
          <p:cNvSpPr/>
          <p:nvPr/>
        </p:nvSpPr>
        <p:spPr>
          <a:xfrm>
            <a:off x="2981325" y="2349500"/>
            <a:ext cx="1866900" cy="1601788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0060A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400" u="none" cap="none" strike="noStrike">
                <a:solidFill>
                  <a:srgbClr val="8A7006"/>
                </a:solidFill>
                <a:latin typeface="Arial"/>
                <a:ea typeface="Arial"/>
                <a:cs typeface="Arial"/>
                <a:sym typeface="Arial"/>
              </a:rPr>
              <a:t>n = 132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400" u="none" cap="none" strike="noStrike">
                <a:solidFill>
                  <a:srgbClr val="8A7006"/>
                </a:solidFill>
                <a:latin typeface="Arial"/>
                <a:ea typeface="Arial"/>
                <a:cs typeface="Arial"/>
                <a:sym typeface="Arial"/>
              </a:rPr>
              <a:t>Max = -1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400" u="none" cap="none" strike="noStrike">
                <a:solidFill>
                  <a:srgbClr val="8A7006"/>
                </a:solidFill>
                <a:latin typeface="Arial"/>
                <a:ea typeface="Arial"/>
                <a:cs typeface="Arial"/>
                <a:sym typeface="Arial"/>
              </a:rPr>
              <a:t>dig = 2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400" u="none" cap="none" strike="noStrike">
                <a:solidFill>
                  <a:srgbClr val="8A7006"/>
                </a:solidFill>
                <a:latin typeface="Arial"/>
                <a:ea typeface="Arial"/>
                <a:cs typeface="Arial"/>
                <a:sym typeface="Arial"/>
              </a:rPr>
              <a:t>digitoMax(13, max)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8A700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7" name="Google Shape;997;p19"/>
          <p:cNvSpPr txBox="1"/>
          <p:nvPr/>
        </p:nvSpPr>
        <p:spPr>
          <a:xfrm>
            <a:off x="2906713" y="1952625"/>
            <a:ext cx="1954212" cy="3381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digitoMax(132, max)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8" name="Google Shape;998;p19"/>
          <p:cNvSpPr/>
          <p:nvPr/>
        </p:nvSpPr>
        <p:spPr>
          <a:xfrm>
            <a:off x="5019675" y="2349500"/>
            <a:ext cx="1695450" cy="1601788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0060A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400" u="none" cap="none" strike="noStrike">
                <a:solidFill>
                  <a:srgbClr val="8A7006"/>
                </a:solidFill>
                <a:latin typeface="Arial"/>
                <a:ea typeface="Arial"/>
                <a:cs typeface="Arial"/>
                <a:sym typeface="Arial"/>
              </a:rPr>
              <a:t>n = 13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400" u="none" cap="none" strike="noStrike">
                <a:solidFill>
                  <a:srgbClr val="8A7006"/>
                </a:solidFill>
                <a:latin typeface="Arial"/>
                <a:ea typeface="Arial"/>
                <a:cs typeface="Arial"/>
                <a:sym typeface="Arial"/>
              </a:rPr>
              <a:t>Max =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400" u="none" cap="none" strike="noStrike">
                <a:solidFill>
                  <a:srgbClr val="8A7006"/>
                </a:solidFill>
                <a:latin typeface="Arial"/>
                <a:ea typeface="Arial"/>
                <a:cs typeface="Arial"/>
                <a:sym typeface="Arial"/>
              </a:rPr>
              <a:t>dig =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400" u="none" cap="none" strike="noStrike">
                <a:solidFill>
                  <a:srgbClr val="8A7006"/>
                </a:solidFill>
                <a:latin typeface="Arial"/>
                <a:ea typeface="Arial"/>
                <a:cs typeface="Arial"/>
                <a:sym typeface="Arial"/>
              </a:rPr>
              <a:t>digitoMax(1,max)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8A700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9" name="Google Shape;999;p19"/>
          <p:cNvSpPr txBox="1"/>
          <p:nvPr/>
        </p:nvSpPr>
        <p:spPr>
          <a:xfrm>
            <a:off x="4967288" y="1952625"/>
            <a:ext cx="1804987" cy="3381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digitoMax(13, max)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0" name="Google Shape;1000;p19"/>
          <p:cNvSpPr/>
          <p:nvPr/>
        </p:nvSpPr>
        <p:spPr>
          <a:xfrm>
            <a:off x="6875463" y="2351088"/>
            <a:ext cx="1697037" cy="1277937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0060A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400" u="none" cap="none" strike="noStrike">
                <a:solidFill>
                  <a:srgbClr val="8A7006"/>
                </a:solidFill>
                <a:latin typeface="Arial"/>
                <a:ea typeface="Arial"/>
                <a:cs typeface="Arial"/>
                <a:sym typeface="Arial"/>
              </a:rPr>
              <a:t>n =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400" u="none" cap="none" strike="noStrike">
                <a:solidFill>
                  <a:srgbClr val="8A7006"/>
                </a:solidFill>
                <a:latin typeface="Arial"/>
                <a:ea typeface="Arial"/>
                <a:cs typeface="Arial"/>
                <a:sym typeface="Arial"/>
              </a:rPr>
              <a:t>Max =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400" u="none" cap="none" strike="noStrike">
                <a:solidFill>
                  <a:srgbClr val="8A7006"/>
                </a:solidFill>
                <a:latin typeface="Arial"/>
                <a:ea typeface="Arial"/>
                <a:cs typeface="Arial"/>
                <a:sym typeface="Arial"/>
              </a:rPr>
              <a:t>dig =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8A700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1" name="Google Shape;1001;p19"/>
          <p:cNvSpPr txBox="1"/>
          <p:nvPr/>
        </p:nvSpPr>
        <p:spPr>
          <a:xfrm>
            <a:off x="6840538" y="1952625"/>
            <a:ext cx="1700212" cy="3381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digitoMax(1, max)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2" name="Google Shape;1002;p19"/>
          <p:cNvSpPr/>
          <p:nvPr/>
        </p:nvSpPr>
        <p:spPr>
          <a:xfrm>
            <a:off x="6767513" y="1989138"/>
            <a:ext cx="2017712" cy="2016125"/>
          </a:xfrm>
          <a:prstGeom prst="rect">
            <a:avLst/>
          </a:prstGeom>
          <a:solidFill>
            <a:srgbClr val="FFFFFF">
              <a:alpha val="60000"/>
            </a:srgbClr>
          </a:solidFill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dir="5400000" dist="20000">
              <a:srgbClr val="000000">
                <a:alpha val="4117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003" name="Google Shape;1003;p19"/>
          <p:cNvSpPr txBox="1"/>
          <p:nvPr/>
        </p:nvSpPr>
        <p:spPr>
          <a:xfrm>
            <a:off x="3635375" y="2700338"/>
            <a:ext cx="288925" cy="368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ES" sz="18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4" name="Google Shape;1004;p19"/>
          <p:cNvSpPr txBox="1"/>
          <p:nvPr/>
        </p:nvSpPr>
        <p:spPr>
          <a:xfrm>
            <a:off x="5651500" y="2708275"/>
            <a:ext cx="288925" cy="369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ES" sz="18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5" name="Google Shape;1005;p19"/>
          <p:cNvSpPr txBox="1"/>
          <p:nvPr>
            <p:ph idx="4294967295" type="title"/>
          </p:nvPr>
        </p:nvSpPr>
        <p:spPr>
          <a:xfrm>
            <a:off x="3856825" y="333375"/>
            <a:ext cx="7886700" cy="1043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s-ES" sz="3600">
                <a:solidFill>
                  <a:srgbClr val="E65C01"/>
                </a:solidFill>
              </a:rPr>
              <a:t>¿Cómo funciona?</a:t>
            </a:r>
            <a:endParaRPr sz="3600"/>
          </a:p>
        </p:txBody>
      </p:sp>
      <p:sp>
        <p:nvSpPr>
          <p:cNvPr id="1006" name="Google Shape;1006;p19"/>
          <p:cNvSpPr txBox="1"/>
          <p:nvPr/>
        </p:nvSpPr>
        <p:spPr>
          <a:xfrm rot="-518469">
            <a:off x="7037388" y="4081463"/>
            <a:ext cx="1525587" cy="33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E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Imprime max: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7" name="Google Shape;1007;p19"/>
          <p:cNvSpPr txBox="1"/>
          <p:nvPr/>
        </p:nvSpPr>
        <p:spPr>
          <a:xfrm rot="-518469">
            <a:off x="5164138" y="4297363"/>
            <a:ext cx="1527175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E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Imprime max: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8" name="Google Shape;1008;p19"/>
          <p:cNvSpPr txBox="1"/>
          <p:nvPr/>
        </p:nvSpPr>
        <p:spPr>
          <a:xfrm rot="-518469">
            <a:off x="3148013" y="4333875"/>
            <a:ext cx="1525587" cy="3381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E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Imprime max: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9" name="Google Shape;1009;p19"/>
          <p:cNvSpPr txBox="1"/>
          <p:nvPr/>
        </p:nvSpPr>
        <p:spPr>
          <a:xfrm rot="-518469">
            <a:off x="596900" y="3649663"/>
            <a:ext cx="1589088" cy="33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ES" sz="16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Imprime max: -1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0" name="Google Shape;1010;p19"/>
          <p:cNvSpPr/>
          <p:nvPr/>
        </p:nvSpPr>
        <p:spPr>
          <a:xfrm>
            <a:off x="4967288" y="1916113"/>
            <a:ext cx="2017712" cy="2341562"/>
          </a:xfrm>
          <a:prstGeom prst="rect">
            <a:avLst/>
          </a:prstGeom>
          <a:solidFill>
            <a:srgbClr val="FFFFFF">
              <a:alpha val="60000"/>
            </a:srgbClr>
          </a:solidFill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dir="5400000" dist="20000">
              <a:srgbClr val="000000">
                <a:alpha val="4117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011" name="Google Shape;1011;p19"/>
          <p:cNvSpPr/>
          <p:nvPr/>
        </p:nvSpPr>
        <p:spPr>
          <a:xfrm>
            <a:off x="2843213" y="1916113"/>
            <a:ext cx="2124075" cy="2341562"/>
          </a:xfrm>
          <a:prstGeom prst="rect">
            <a:avLst/>
          </a:prstGeom>
          <a:solidFill>
            <a:srgbClr val="FFFFFF">
              <a:alpha val="60000"/>
            </a:srgbClr>
          </a:solidFill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dir="5400000" dist="20000">
              <a:srgbClr val="000000">
                <a:alpha val="4117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>
            <a:alpha val="20000"/>
          </a:schemeClr>
        </a:solidFill>
      </p:bgPr>
    </p:bg>
    <p:spTree>
      <p:nvGrpSpPr>
        <p:cNvPr id="1015" name="Shape 1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Google Shape;1016;p20"/>
          <p:cNvSpPr/>
          <p:nvPr/>
        </p:nvSpPr>
        <p:spPr>
          <a:xfrm>
            <a:off x="2124075" y="309563"/>
            <a:ext cx="5364163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CC66"/>
              </a:buClr>
              <a:buSzPts val="3200"/>
              <a:buFont typeface="Noto Sans Symbols"/>
              <a:buNone/>
            </a:pPr>
            <a:r>
              <a:rPr b="0" i="0" lang="es-ES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Actividad   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http://3.bp.blogspot.com/-BPf1HXI4kjk/VUFI53h4TMI/AAAAAAAAALE/4V7ytVtT6aE/s1600/imagen.gif" id="1017" name="Google Shape;101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338" y="250825"/>
            <a:ext cx="1270000" cy="11620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8" name="Google Shape;1018;p20"/>
          <p:cNvSpPr txBox="1"/>
          <p:nvPr/>
        </p:nvSpPr>
        <p:spPr>
          <a:xfrm>
            <a:off x="539750" y="1720850"/>
            <a:ext cx="8208963" cy="4930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6221"/>
              </a:buClr>
              <a:buSzPts val="216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6221"/>
              </a:buClr>
              <a:buSzPts val="2160"/>
              <a:buFont typeface="Noto Sans Symbols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Utilizando </a:t>
            </a:r>
            <a:r>
              <a:rPr b="1" i="0" lang="es-ES" sz="2400" u="none" cap="none" strike="noStrike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ProgramaRecursion </a:t>
            </a:r>
            <a:r>
              <a:rPr b="0" i="0" lang="es-E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realice las siguientes actividades:</a:t>
            </a:r>
            <a:endParaRPr b="1" i="0" sz="2400" u="none" cap="none" strike="noStrike">
              <a:solidFill>
                <a:srgbClr val="C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6221"/>
              </a:buClr>
              <a:buSzPts val="2160"/>
              <a:buFont typeface="Noto Sans Symbols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35000"/>
              </a:lnSpc>
              <a:spcBef>
                <a:spcPts val="480"/>
              </a:spcBef>
              <a:spcAft>
                <a:spcPts val="0"/>
              </a:spcAft>
              <a:buClr>
                <a:srgbClr val="466221"/>
              </a:buClr>
              <a:buSzPts val="216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4112" lvl="0" marL="0" marR="0" rtl="0" algn="just">
              <a:lnSpc>
                <a:spcPct val="135000"/>
              </a:lnSpc>
              <a:spcBef>
                <a:spcPts val="480"/>
              </a:spcBef>
              <a:spcAft>
                <a:spcPts val="0"/>
              </a:spcAft>
              <a:buClr>
                <a:srgbClr val="C00000"/>
              </a:buClr>
              <a:buSzPts val="2112"/>
              <a:buFont typeface="Calibri"/>
              <a:buAutoNum type="alphaLcParenR"/>
            </a:pPr>
            <a:r>
              <a:rPr b="0" i="0" lang="es-E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Escribir el procedimiento </a:t>
            </a:r>
            <a:r>
              <a:rPr b="0" i="0" lang="es-ES" sz="2400" u="none" cap="none" strike="noStrike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digitoMaximo </a:t>
            </a:r>
            <a:r>
              <a:rPr b="0" i="0" lang="es-E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como una función.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4112" lvl="0" marL="0" marR="0" rtl="0" algn="just">
              <a:lnSpc>
                <a:spcPct val="135000"/>
              </a:lnSpc>
              <a:spcBef>
                <a:spcPts val="480"/>
              </a:spcBef>
              <a:spcAft>
                <a:spcPts val="0"/>
              </a:spcAft>
              <a:buClr>
                <a:srgbClr val="C00000"/>
              </a:buClr>
              <a:buSzPts val="2112"/>
              <a:buFont typeface="Calibri"/>
              <a:buAutoNum type="alphaLcParenR"/>
            </a:pPr>
            <a:r>
              <a:rPr b="0" i="0" lang="es-E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En el programa, leer un número, invocar a la función y mostrar el resultado.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4112" lvl="0" marL="0" marR="0" rtl="0" algn="just">
              <a:lnSpc>
                <a:spcPct val="135000"/>
              </a:lnSpc>
              <a:spcBef>
                <a:spcPts val="480"/>
              </a:spcBef>
              <a:spcAft>
                <a:spcPts val="0"/>
              </a:spcAft>
              <a:buClr>
                <a:srgbClr val="C00000"/>
              </a:buClr>
              <a:buSzPts val="2112"/>
              <a:buFont typeface="Calibri"/>
              <a:buAutoNum type="alphaLcParenR"/>
            </a:pPr>
            <a:r>
              <a:rPr b="0" i="0" lang="es-E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Compilar y ejecutar.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35000"/>
              </a:lnSpc>
              <a:spcBef>
                <a:spcPts val="480"/>
              </a:spcBef>
              <a:spcAft>
                <a:spcPts val="0"/>
              </a:spcAft>
              <a:buClr>
                <a:srgbClr val="C00000"/>
              </a:buClr>
              <a:buSzPts val="2112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>
            <a:alpha val="17647"/>
          </a:schemeClr>
        </a:solidFill>
      </p:bgPr>
    </p:bg>
    <p:spTree>
      <p:nvGrpSpPr>
        <p:cNvPr id="1022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21"/>
          <p:cNvSpPr/>
          <p:nvPr/>
        </p:nvSpPr>
        <p:spPr>
          <a:xfrm>
            <a:off x="2124075" y="309563"/>
            <a:ext cx="5364163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CC66"/>
              </a:buClr>
              <a:buSzPts val="3200"/>
              <a:buFont typeface="Noto Sans Symbols"/>
              <a:buNone/>
            </a:pPr>
            <a:r>
              <a:rPr b="0" i="0" lang="es-ES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Actividad  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http://3.bp.blogspot.com/-BPf1HXI4kjk/VUFI53h4TMI/AAAAAAAAALE/4V7ytVtT6aE/s1600/imagen.gif" id="1024" name="Google Shape;102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338" y="250825"/>
            <a:ext cx="1270000" cy="1162050"/>
          </a:xfrm>
          <a:prstGeom prst="rect">
            <a:avLst/>
          </a:prstGeom>
          <a:noFill/>
          <a:ln>
            <a:noFill/>
          </a:ln>
        </p:spPr>
      </p:pic>
      <p:sp>
        <p:nvSpPr>
          <p:cNvPr id="1025" name="Google Shape;1025;p21"/>
          <p:cNvSpPr txBox="1"/>
          <p:nvPr/>
        </p:nvSpPr>
        <p:spPr>
          <a:xfrm>
            <a:off x="431800" y="1196975"/>
            <a:ext cx="8389938" cy="4314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6221"/>
              </a:buClr>
              <a:buSzPts val="2160"/>
              <a:buFont typeface="Arial"/>
              <a:buChar char="•"/>
            </a:pPr>
            <a:r>
              <a:rPr b="1" i="0" lang="es-E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Descargar de Asignaturas:   </a:t>
            </a:r>
            <a:r>
              <a:rPr b="1" i="0" lang="es-ES" sz="2400" u="none" cap="none" strike="noStrike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programaVectorOrdenado</a:t>
            </a:r>
            <a:endParaRPr b="1" i="0" sz="2400" u="none" cap="none" strike="noStrike">
              <a:solidFill>
                <a:srgbClr val="C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0574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6221"/>
              </a:buClr>
              <a:buSzPts val="216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6221"/>
              </a:buClr>
              <a:buSzPts val="2160"/>
              <a:buFont typeface="Noto Sans Symbols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Utilizando </a:t>
            </a:r>
            <a:r>
              <a:rPr b="1" i="0" lang="es-ES" sz="2400" u="none" cap="none" strike="noStrike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programaVectorOrdenado </a:t>
            </a:r>
            <a:r>
              <a:rPr b="0" i="0" lang="es-E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realice las siguientes actividades:</a:t>
            </a:r>
            <a:endParaRPr b="1" i="0" sz="2400" u="none" cap="none" strike="noStrike">
              <a:solidFill>
                <a:srgbClr val="C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just">
              <a:lnSpc>
                <a:spcPct val="135000"/>
              </a:lnSpc>
              <a:spcBef>
                <a:spcPts val="480"/>
              </a:spcBef>
              <a:spcAft>
                <a:spcPts val="0"/>
              </a:spcAft>
              <a:buClr>
                <a:srgbClr val="466221"/>
              </a:buClr>
              <a:buSzPts val="216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just">
              <a:lnSpc>
                <a:spcPct val="135000"/>
              </a:lnSpc>
              <a:spcBef>
                <a:spcPts val="480"/>
              </a:spcBef>
              <a:spcAft>
                <a:spcPts val="0"/>
              </a:spcAft>
              <a:buClr>
                <a:srgbClr val="C00000"/>
              </a:buClr>
              <a:buSzPts val="2112"/>
              <a:buFont typeface="Calibri"/>
              <a:buAutoNum type="alphaLcParenR"/>
            </a:pPr>
            <a:r>
              <a:rPr b="0" i="0" lang="es-E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Compilar y ejecutar.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35000"/>
              </a:lnSpc>
              <a:spcBef>
                <a:spcPts val="480"/>
              </a:spcBef>
              <a:spcAft>
                <a:spcPts val="0"/>
              </a:spcAft>
              <a:buClr>
                <a:srgbClr val="C00000"/>
              </a:buClr>
              <a:buSzPts val="2112"/>
              <a:buFont typeface="Calibri"/>
              <a:buAutoNum type="alphaLcParenR"/>
            </a:pPr>
            <a:r>
              <a:rPr b="0" i="0" lang="es-E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Implementar el método de búsqueda dicotómica.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35000"/>
              </a:lnSpc>
              <a:spcBef>
                <a:spcPts val="480"/>
              </a:spcBef>
              <a:spcAft>
                <a:spcPts val="0"/>
              </a:spcAft>
              <a:buClr>
                <a:srgbClr val="C00000"/>
              </a:buClr>
              <a:buSzPts val="2112"/>
              <a:buFont typeface="Calibri"/>
              <a:buAutoNum type="alphaLcParenR"/>
            </a:pPr>
            <a:r>
              <a:rPr b="0" i="0" lang="es-E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Utilizar el método implementado para buscar un valor que se lee de teclado y  mostrar el resultado.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>
            <a:alpha val="17647"/>
          </a:schemeClr>
        </a:solidFill>
      </p:bgPr>
    </p:bg>
    <p:spTree>
      <p:nvGrpSpPr>
        <p:cNvPr id="1029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22"/>
          <p:cNvSpPr/>
          <p:nvPr/>
        </p:nvSpPr>
        <p:spPr>
          <a:xfrm>
            <a:off x="2124075" y="309563"/>
            <a:ext cx="5364163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CC66"/>
              </a:buClr>
              <a:buSzPts val="3200"/>
              <a:buFont typeface="Noto Sans Symbols"/>
              <a:buNone/>
            </a:pPr>
            <a:r>
              <a:rPr b="0" i="0" lang="es-ES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Actividad   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http://3.bp.blogspot.com/-BPf1HXI4kjk/VUFI53h4TMI/AAAAAAAAALE/4V7ytVtT6aE/s1600/imagen.gif" id="1031" name="Google Shape;103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338" y="250825"/>
            <a:ext cx="1270000" cy="1162050"/>
          </a:xfrm>
          <a:prstGeom prst="rect">
            <a:avLst/>
          </a:prstGeom>
          <a:noFill/>
          <a:ln>
            <a:noFill/>
          </a:ln>
        </p:spPr>
      </p:pic>
      <p:sp>
        <p:nvSpPr>
          <p:cNvPr id="1032" name="Google Shape;1032;p22"/>
          <p:cNvSpPr txBox="1"/>
          <p:nvPr/>
        </p:nvSpPr>
        <p:spPr>
          <a:xfrm>
            <a:off x="287338" y="1300163"/>
            <a:ext cx="8713787" cy="55578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6221"/>
              </a:buClr>
              <a:buSzPts val="2160"/>
              <a:buFont typeface="Arial"/>
              <a:buNone/>
            </a:pPr>
            <a:r>
              <a:rPr b="1" i="0" lang="es-E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Descargar de Asignaturas:   </a:t>
            </a:r>
            <a:r>
              <a:rPr b="1" i="0" lang="es-ES" sz="2400" u="none" cap="none" strike="noStrike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programaVectores</a:t>
            </a:r>
            <a:endParaRPr b="1" i="0" sz="2400" u="none" cap="none" strike="noStrike">
              <a:solidFill>
                <a:srgbClr val="C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0574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6221"/>
              </a:buClr>
              <a:buSzPts val="216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6221"/>
              </a:buClr>
              <a:buSzPts val="2160"/>
              <a:buFont typeface="Noto Sans Symbols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Utilizando </a:t>
            </a:r>
            <a:r>
              <a:rPr b="1" i="0" lang="es-ES" sz="2400" u="none" cap="none" strike="noStrike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programaVectores </a:t>
            </a:r>
            <a:r>
              <a:rPr b="0" i="0" lang="es-E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realice las siguientes actividades</a:t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just">
              <a:lnSpc>
                <a:spcPct val="135000"/>
              </a:lnSpc>
              <a:spcBef>
                <a:spcPts val="480"/>
              </a:spcBef>
              <a:spcAft>
                <a:spcPts val="0"/>
              </a:spcAft>
              <a:buClr>
                <a:srgbClr val="C00000"/>
              </a:buClr>
              <a:buSzPts val="2112"/>
              <a:buFont typeface="Calibri"/>
              <a:buAutoNum type="alphaLcParenR"/>
            </a:pPr>
            <a:r>
              <a:rPr b="0" i="0" lang="es-E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Compilar y ejecutar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35000"/>
              </a:lnSpc>
              <a:spcBef>
                <a:spcPts val="480"/>
              </a:spcBef>
              <a:spcAft>
                <a:spcPts val="0"/>
              </a:spcAft>
              <a:buClr>
                <a:srgbClr val="C00000"/>
              </a:buClr>
              <a:buSzPts val="2112"/>
              <a:buFont typeface="Calibri"/>
              <a:buAutoNum type="alphaLcParenR"/>
            </a:pPr>
            <a:r>
              <a:rPr b="0" i="0" lang="es-E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Implementar un módulo recursivo </a:t>
            </a:r>
            <a:r>
              <a:rPr b="1" i="0" lang="es-ES" sz="2400" u="none" cap="none" strike="noStrike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Máximo</a:t>
            </a:r>
            <a:r>
              <a:rPr b="0" i="0" lang="es-E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que devuelva el máximo valor del vector.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35000"/>
              </a:lnSpc>
              <a:spcBef>
                <a:spcPts val="480"/>
              </a:spcBef>
              <a:spcAft>
                <a:spcPts val="0"/>
              </a:spcAft>
              <a:buClr>
                <a:srgbClr val="C00000"/>
              </a:buClr>
              <a:buSzPts val="2112"/>
              <a:buFont typeface="Calibri"/>
              <a:buAutoNum type="alphaLcParenR"/>
            </a:pPr>
            <a:r>
              <a:rPr b="0" i="0" lang="es-E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Implementar un módulo recursivo </a:t>
            </a:r>
            <a:r>
              <a:rPr b="1" i="0" lang="es-ES" sz="2400" u="none" cap="none" strike="noStrike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Suma</a:t>
            </a:r>
            <a:r>
              <a:rPr b="0" i="0" lang="es-E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que devuelva la suma de los valores contenidos en el vector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35000"/>
              </a:lnSpc>
              <a:spcBef>
                <a:spcPts val="480"/>
              </a:spcBef>
              <a:spcAft>
                <a:spcPts val="0"/>
              </a:spcAft>
              <a:buClr>
                <a:srgbClr val="C00000"/>
              </a:buClr>
              <a:buSzPts val="2112"/>
              <a:buFont typeface="Calibri"/>
              <a:buAutoNum type="alphaLcParenR"/>
            </a:pPr>
            <a:r>
              <a:rPr b="0" i="0" lang="es-E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Utilizar los módulos implementados para mostrar el máximo y la suma.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35000"/>
              </a:lnSpc>
              <a:spcBef>
                <a:spcPts val="480"/>
              </a:spcBef>
              <a:spcAft>
                <a:spcPts val="0"/>
              </a:spcAft>
              <a:buClr>
                <a:srgbClr val="C00000"/>
              </a:buClr>
              <a:buSzPts val="2112"/>
              <a:buFont typeface="Calibri"/>
              <a:buAutoNum type="alphaLcParenR"/>
            </a:pPr>
            <a:r>
              <a:rPr b="0" i="0" lang="es-E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Compilar y ejecutar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>
            <a:alpha val="17647"/>
          </a:schemeClr>
        </a:solidFill>
      </p:bgPr>
    </p:bg>
    <p:spTree>
      <p:nvGrpSpPr>
        <p:cNvPr id="1036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p23"/>
          <p:cNvSpPr/>
          <p:nvPr/>
        </p:nvSpPr>
        <p:spPr>
          <a:xfrm>
            <a:off x="2124075" y="309563"/>
            <a:ext cx="5364163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CC66"/>
              </a:buClr>
              <a:buSzPts val="3200"/>
              <a:buFont typeface="Noto Sans Symbols"/>
              <a:buNone/>
            </a:pPr>
            <a:r>
              <a:rPr b="0" i="0" lang="es-ES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Actividad   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http://3.bp.blogspot.com/-BPf1HXI4kjk/VUFI53h4TMI/AAAAAAAAALE/4V7ytVtT6aE/s1600/imagen.gif" id="1038" name="Google Shape;103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338" y="250825"/>
            <a:ext cx="1270000" cy="1162050"/>
          </a:xfrm>
          <a:prstGeom prst="rect">
            <a:avLst/>
          </a:prstGeom>
          <a:noFill/>
          <a:ln>
            <a:noFill/>
          </a:ln>
        </p:spPr>
      </p:pic>
      <p:sp>
        <p:nvSpPr>
          <p:cNvPr id="1039" name="Google Shape;1039;p23"/>
          <p:cNvSpPr txBox="1"/>
          <p:nvPr/>
        </p:nvSpPr>
        <p:spPr>
          <a:xfrm>
            <a:off x="287338" y="1458913"/>
            <a:ext cx="8748712" cy="5559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6221"/>
              </a:buClr>
              <a:buSzPts val="2160"/>
              <a:buFont typeface="Arial"/>
              <a:buNone/>
            </a:pPr>
            <a:r>
              <a:rPr b="1" i="0" lang="es-E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Descargar de Asignaturas:   </a:t>
            </a:r>
            <a:r>
              <a:rPr b="1" i="0" lang="es-ES" sz="2400" u="none" cap="none" strike="noStrike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programaLista</a:t>
            </a:r>
            <a:endParaRPr b="1" i="0" sz="2400" u="none" cap="none" strike="noStrike">
              <a:solidFill>
                <a:srgbClr val="C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0574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6221"/>
              </a:buClr>
              <a:buSzPts val="216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6221"/>
              </a:buClr>
              <a:buSzPts val="2160"/>
              <a:buFont typeface="Noto Sans Symbols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Utilizando </a:t>
            </a:r>
            <a:r>
              <a:rPr b="1" i="0" lang="es-ES" sz="2400" u="none" cap="none" strike="noStrike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programaLista </a:t>
            </a:r>
            <a:r>
              <a:rPr b="0" i="0" lang="es-E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realice las siguientes actividades:</a:t>
            </a:r>
            <a:endParaRPr b="1" i="0" sz="2400" u="none" cap="none" strike="noStrike">
              <a:solidFill>
                <a:srgbClr val="C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342900" marR="0" rtl="0" algn="just">
              <a:lnSpc>
                <a:spcPct val="135000"/>
              </a:lnSpc>
              <a:spcBef>
                <a:spcPts val="480"/>
              </a:spcBef>
              <a:spcAft>
                <a:spcPts val="0"/>
              </a:spcAft>
              <a:buClr>
                <a:srgbClr val="C00000"/>
              </a:buClr>
              <a:buSzPts val="2112"/>
              <a:buFont typeface="Calibri"/>
              <a:buAutoNum type="alphaLcParenR"/>
            </a:pPr>
            <a:r>
              <a:rPr b="0" i="0" lang="es-E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Compilar y ejecutar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35000"/>
              </a:lnSpc>
              <a:spcBef>
                <a:spcPts val="480"/>
              </a:spcBef>
              <a:spcAft>
                <a:spcPts val="0"/>
              </a:spcAft>
              <a:buClr>
                <a:srgbClr val="C00000"/>
              </a:buClr>
              <a:buSzPts val="2112"/>
              <a:buFont typeface="Calibri"/>
              <a:buAutoNum type="alphaLcParenR"/>
            </a:pPr>
            <a:r>
              <a:rPr b="0" i="0" lang="es-E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Implementar un módulo recursivo </a:t>
            </a:r>
            <a:r>
              <a:rPr b="1" i="0" lang="es-ES" sz="2400" u="none" cap="none" strike="noStrike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Mínimo</a:t>
            </a:r>
            <a:r>
              <a:rPr b="0" i="0" lang="es-E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que devuelva el mínimo valor de la lista.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35000"/>
              </a:lnSpc>
              <a:spcBef>
                <a:spcPts val="480"/>
              </a:spcBef>
              <a:spcAft>
                <a:spcPts val="0"/>
              </a:spcAft>
              <a:buClr>
                <a:srgbClr val="C00000"/>
              </a:buClr>
              <a:buSzPts val="2112"/>
              <a:buFont typeface="Calibri"/>
              <a:buAutoNum type="alphaLcParenR"/>
            </a:pPr>
            <a:r>
              <a:rPr b="0" i="0" lang="es-E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Implementar un módulo recursivo </a:t>
            </a:r>
            <a:r>
              <a:rPr b="1" i="0" lang="es-ES" sz="2400" u="none" cap="none" strike="noStrike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Imprimir </a:t>
            </a:r>
            <a:r>
              <a:rPr b="0" i="0" lang="es-E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 imprima los valores contenidos en la lista.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35000"/>
              </a:lnSpc>
              <a:spcBef>
                <a:spcPts val="480"/>
              </a:spcBef>
              <a:spcAft>
                <a:spcPts val="0"/>
              </a:spcAft>
              <a:buClr>
                <a:srgbClr val="C00000"/>
              </a:buClr>
              <a:buSzPts val="2112"/>
              <a:buFont typeface="Calibri"/>
              <a:buAutoNum type="alphaLcParenR"/>
            </a:pPr>
            <a:r>
              <a:rPr b="0" i="0" lang="es-E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Utilizar los módulos implementados para mostrar el mínimo y la impresión.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35000"/>
              </a:lnSpc>
              <a:spcBef>
                <a:spcPts val="480"/>
              </a:spcBef>
              <a:spcAft>
                <a:spcPts val="0"/>
              </a:spcAft>
              <a:buClr>
                <a:srgbClr val="C00000"/>
              </a:buClr>
              <a:buSzPts val="2112"/>
              <a:buFont typeface="Calibri"/>
              <a:buAutoNum type="alphaLcParenR"/>
            </a:pPr>
            <a:r>
              <a:rPr b="0" i="0" lang="es-E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Compilar y ejecutar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art template">
  <a:themeElements>
    <a:clrScheme name="Custom 347">
      <a:dk1>
        <a:srgbClr val="000000"/>
      </a:dk1>
      <a:lt1>
        <a:srgbClr val="FFFFFF"/>
      </a:lt1>
      <a:dk2>
        <a:srgbClr val="8D7C7C"/>
      </a:dk2>
      <a:lt2>
        <a:srgbClr val="ECE9E4"/>
      </a:lt2>
      <a:accent1>
        <a:srgbClr val="BD2A35"/>
      </a:accent1>
      <a:accent2>
        <a:srgbClr val="F64646"/>
      </a:accent2>
      <a:accent3>
        <a:srgbClr val="FFA400"/>
      </a:accent3>
      <a:accent4>
        <a:srgbClr val="FFD488"/>
      </a:accent4>
      <a:accent5>
        <a:srgbClr val="FFC800"/>
      </a:accent5>
      <a:accent6>
        <a:srgbClr val="FFE37F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